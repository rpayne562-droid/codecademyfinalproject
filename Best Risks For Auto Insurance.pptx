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679066-0380-41FA-8116-8259513ECD26}" v="10" dt="2025-11-03T14:17:57.3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5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ee Payne" userId="1b0548dbb9bf8bfc" providerId="LiveId" clId="{9E00E628-02EC-410A-8C44-FC6A96137CFD}"/>
    <pc:docChg chg="undo custSel addSld modSld">
      <pc:chgData name="Renee Payne" userId="1b0548dbb9bf8bfc" providerId="LiveId" clId="{9E00E628-02EC-410A-8C44-FC6A96137CFD}" dt="2025-11-03T14:18:55.337" v="1357" actId="20577"/>
      <pc:docMkLst>
        <pc:docMk/>
      </pc:docMkLst>
      <pc:sldChg chg="modSp mod">
        <pc:chgData name="Renee Payne" userId="1b0548dbb9bf8bfc" providerId="LiveId" clId="{9E00E628-02EC-410A-8C44-FC6A96137CFD}" dt="2025-11-02T01:35:34.237" v="1232" actId="20577"/>
        <pc:sldMkLst>
          <pc:docMk/>
          <pc:sldMk cId="1353756613" sldId="256"/>
        </pc:sldMkLst>
        <pc:spChg chg="mod">
          <ac:chgData name="Renee Payne" userId="1b0548dbb9bf8bfc" providerId="LiveId" clId="{9E00E628-02EC-410A-8C44-FC6A96137CFD}" dt="2025-11-02T01:35:34.237" v="1232" actId="20577"/>
          <ac:spMkLst>
            <pc:docMk/>
            <pc:sldMk cId="1353756613" sldId="256"/>
            <ac:spMk id="3" creationId="{0685B6D9-115E-E522-19E3-44C4B5037AC0}"/>
          </ac:spMkLst>
        </pc:spChg>
      </pc:sldChg>
      <pc:sldChg chg="modSp mod modNotesTx">
        <pc:chgData name="Renee Payne" userId="1b0548dbb9bf8bfc" providerId="LiveId" clId="{9E00E628-02EC-410A-8C44-FC6A96137CFD}" dt="2025-11-03T14:16:49.857" v="1288" actId="20577"/>
        <pc:sldMkLst>
          <pc:docMk/>
          <pc:sldMk cId="2422468931" sldId="257"/>
        </pc:sldMkLst>
        <pc:spChg chg="mod">
          <ac:chgData name="Renee Payne" userId="1b0548dbb9bf8bfc" providerId="LiveId" clId="{9E00E628-02EC-410A-8C44-FC6A96137CFD}" dt="2025-11-03T14:16:49.857" v="1288" actId="20577"/>
          <ac:spMkLst>
            <pc:docMk/>
            <pc:sldMk cId="2422468931" sldId="257"/>
            <ac:spMk id="3" creationId="{CB0C42FE-36C7-8689-7C0C-B9633FB9C5B6}"/>
          </ac:spMkLst>
        </pc:spChg>
      </pc:sldChg>
      <pc:sldChg chg="addSp delSp modSp mod modNotesTx">
        <pc:chgData name="Renee Payne" userId="1b0548dbb9bf8bfc" providerId="LiveId" clId="{9E00E628-02EC-410A-8C44-FC6A96137CFD}" dt="2025-11-03T14:04:47.577" v="1257" actId="14100"/>
        <pc:sldMkLst>
          <pc:docMk/>
          <pc:sldMk cId="3339550228" sldId="258"/>
        </pc:sldMkLst>
        <pc:spChg chg="add del mod">
          <ac:chgData name="Renee Payne" userId="1b0548dbb9bf8bfc" providerId="LiveId" clId="{9E00E628-02EC-410A-8C44-FC6A96137CFD}" dt="2025-11-03T13:52:56.305" v="1234" actId="931"/>
          <ac:spMkLst>
            <pc:docMk/>
            <pc:sldMk cId="3339550228" sldId="258"/>
            <ac:spMk id="3" creationId="{C7B441B6-A04A-63FA-9C58-B890CEE29FA9}"/>
          </ac:spMkLst>
        </pc:spChg>
        <pc:picChg chg="del">
          <ac:chgData name="Renee Payne" userId="1b0548dbb9bf8bfc" providerId="LiveId" clId="{9E00E628-02EC-410A-8C44-FC6A96137CFD}" dt="2025-11-03T13:52:41.107" v="1233" actId="478"/>
          <ac:picMkLst>
            <pc:docMk/>
            <pc:sldMk cId="3339550228" sldId="258"/>
            <ac:picMk id="5" creationId="{EBC7676A-3953-4D31-7694-A38AE64E245D}"/>
          </ac:picMkLst>
        </pc:picChg>
        <pc:picChg chg="add mod">
          <ac:chgData name="Renee Payne" userId="1b0548dbb9bf8bfc" providerId="LiveId" clId="{9E00E628-02EC-410A-8C44-FC6A96137CFD}" dt="2025-11-03T14:04:47.577" v="1257" actId="14100"/>
          <ac:picMkLst>
            <pc:docMk/>
            <pc:sldMk cId="3339550228" sldId="258"/>
            <ac:picMk id="6" creationId="{0562D446-56D2-252A-1BA2-3452D0A4ACB0}"/>
          </ac:picMkLst>
        </pc:picChg>
      </pc:sldChg>
      <pc:sldChg chg="addSp delSp modSp mod modNotesTx">
        <pc:chgData name="Renee Payne" userId="1b0548dbb9bf8bfc" providerId="LiveId" clId="{9E00E628-02EC-410A-8C44-FC6A96137CFD}" dt="2025-11-03T14:18:03.101" v="1294" actId="14100"/>
        <pc:sldMkLst>
          <pc:docMk/>
          <pc:sldMk cId="33158546" sldId="259"/>
        </pc:sldMkLst>
        <pc:spChg chg="add del mod">
          <ac:chgData name="Renee Payne" userId="1b0548dbb9bf8bfc" providerId="LiveId" clId="{9E00E628-02EC-410A-8C44-FC6A96137CFD}" dt="2025-11-03T13:53:33.422" v="1239" actId="931"/>
          <ac:spMkLst>
            <pc:docMk/>
            <pc:sldMk cId="33158546" sldId="259"/>
            <ac:spMk id="4" creationId="{8F0D1BCC-2167-2507-C92D-68027DE2EBEA}"/>
          </ac:spMkLst>
        </pc:spChg>
        <pc:spChg chg="add del mod">
          <ac:chgData name="Renee Payne" userId="1b0548dbb9bf8bfc" providerId="LiveId" clId="{9E00E628-02EC-410A-8C44-FC6A96137CFD}" dt="2025-11-03T13:56:58.746" v="1245" actId="931"/>
          <ac:spMkLst>
            <pc:docMk/>
            <pc:sldMk cId="33158546" sldId="259"/>
            <ac:spMk id="9" creationId="{DD2B7143-6E44-3AC7-4D9F-595E453AE575}"/>
          </ac:spMkLst>
        </pc:spChg>
        <pc:spChg chg="add del mod">
          <ac:chgData name="Renee Payne" userId="1b0548dbb9bf8bfc" providerId="LiveId" clId="{9E00E628-02EC-410A-8C44-FC6A96137CFD}" dt="2025-11-03T14:17:57.307" v="1290" actId="931"/>
          <ac:spMkLst>
            <pc:docMk/>
            <pc:sldMk cId="33158546" sldId="259"/>
            <ac:spMk id="13" creationId="{85BE9A0F-BEDD-B0ED-6A5C-D5FE1CCD6C6D}"/>
          </ac:spMkLst>
        </pc:spChg>
        <pc:picChg chg="del">
          <ac:chgData name="Renee Payne" userId="1b0548dbb9bf8bfc" providerId="LiveId" clId="{9E00E628-02EC-410A-8C44-FC6A96137CFD}" dt="2025-11-03T13:53:24.109" v="1238" actId="478"/>
          <ac:picMkLst>
            <pc:docMk/>
            <pc:sldMk cId="33158546" sldId="259"/>
            <ac:picMk id="5" creationId="{DC46238D-036B-FCB9-7FCB-2A0F21ECF763}"/>
          </ac:picMkLst>
        </pc:picChg>
        <pc:picChg chg="add del mod">
          <ac:chgData name="Renee Payne" userId="1b0548dbb9bf8bfc" providerId="LiveId" clId="{9E00E628-02EC-410A-8C44-FC6A96137CFD}" dt="2025-11-03T13:56:52.270" v="1244" actId="478"/>
          <ac:picMkLst>
            <pc:docMk/>
            <pc:sldMk cId="33158546" sldId="259"/>
            <ac:picMk id="7" creationId="{1A47C2E8-2FA4-7784-3D09-744F6C26CB3A}"/>
          </ac:picMkLst>
        </pc:picChg>
        <pc:picChg chg="add del mod">
          <ac:chgData name="Renee Payne" userId="1b0548dbb9bf8bfc" providerId="LiveId" clId="{9E00E628-02EC-410A-8C44-FC6A96137CFD}" dt="2025-11-03T14:17:51.004" v="1289" actId="478"/>
          <ac:picMkLst>
            <pc:docMk/>
            <pc:sldMk cId="33158546" sldId="259"/>
            <ac:picMk id="11" creationId="{F48E0F17-E9AD-BE47-734C-9964F3088FD9}"/>
          </ac:picMkLst>
        </pc:picChg>
        <pc:picChg chg="add mod">
          <ac:chgData name="Renee Payne" userId="1b0548dbb9bf8bfc" providerId="LiveId" clId="{9E00E628-02EC-410A-8C44-FC6A96137CFD}" dt="2025-11-03T14:18:03.101" v="1294" actId="14100"/>
          <ac:picMkLst>
            <pc:docMk/>
            <pc:sldMk cId="33158546" sldId="259"/>
            <ac:picMk id="15" creationId="{18B74352-B8CB-A581-C825-FE3BCD2FFE68}"/>
          </ac:picMkLst>
        </pc:picChg>
      </pc:sldChg>
      <pc:sldChg chg="addSp delSp modSp mod modNotesTx">
        <pc:chgData name="Renee Payne" userId="1b0548dbb9bf8bfc" providerId="LiveId" clId="{9E00E628-02EC-410A-8C44-FC6A96137CFD}" dt="2025-11-03T14:04:35.763" v="1255" actId="14100"/>
        <pc:sldMkLst>
          <pc:docMk/>
          <pc:sldMk cId="400032030" sldId="260"/>
        </pc:sldMkLst>
        <pc:spChg chg="add del mod">
          <ac:chgData name="Renee Payne" userId="1b0548dbb9bf8bfc" providerId="LiveId" clId="{9E00E628-02EC-410A-8C44-FC6A96137CFD}" dt="2025-11-03T14:04:20.012" v="1251" actId="931"/>
          <ac:spMkLst>
            <pc:docMk/>
            <pc:sldMk cId="400032030" sldId="260"/>
            <ac:spMk id="4" creationId="{F5845AC0-0353-DF08-0A3C-DF26536CC713}"/>
          </ac:spMkLst>
        </pc:spChg>
        <pc:picChg chg="del">
          <ac:chgData name="Renee Payne" userId="1b0548dbb9bf8bfc" providerId="LiveId" clId="{9E00E628-02EC-410A-8C44-FC6A96137CFD}" dt="2025-11-03T14:04:12.781" v="1250" actId="478"/>
          <ac:picMkLst>
            <pc:docMk/>
            <pc:sldMk cId="400032030" sldId="260"/>
            <ac:picMk id="5" creationId="{24005302-8DB4-9E7C-95DD-043F7BE8DF06}"/>
          </ac:picMkLst>
        </pc:picChg>
        <pc:picChg chg="add mod">
          <ac:chgData name="Renee Payne" userId="1b0548dbb9bf8bfc" providerId="LiveId" clId="{9E00E628-02EC-410A-8C44-FC6A96137CFD}" dt="2025-11-03T14:04:35.763" v="1255" actId="14100"/>
          <ac:picMkLst>
            <pc:docMk/>
            <pc:sldMk cId="400032030" sldId="260"/>
            <ac:picMk id="7" creationId="{F20149E5-5B4E-E2E1-1FF3-11D62FBA6AE7}"/>
          </ac:picMkLst>
        </pc:picChg>
      </pc:sldChg>
      <pc:sldChg chg="addSp delSp modSp mod modNotesTx">
        <pc:chgData name="Renee Payne" userId="1b0548dbb9bf8bfc" providerId="LiveId" clId="{9E00E628-02EC-410A-8C44-FC6A96137CFD}" dt="2025-11-03T14:18:55.337" v="1357" actId="20577"/>
        <pc:sldMkLst>
          <pc:docMk/>
          <pc:sldMk cId="381427157" sldId="261"/>
        </pc:sldMkLst>
        <pc:spChg chg="add del mod">
          <ac:chgData name="Renee Payne" userId="1b0548dbb9bf8bfc" providerId="LiveId" clId="{9E00E628-02EC-410A-8C44-FC6A96137CFD}" dt="2025-11-03T14:05:02.812" v="1259" actId="931"/>
          <ac:spMkLst>
            <pc:docMk/>
            <pc:sldMk cId="381427157" sldId="261"/>
            <ac:spMk id="4" creationId="{F7124485-9438-1101-1E4D-874895D64230}"/>
          </ac:spMkLst>
        </pc:spChg>
        <pc:spChg chg="add del mod">
          <ac:chgData name="Renee Payne" userId="1b0548dbb9bf8bfc" providerId="LiveId" clId="{9E00E628-02EC-410A-8C44-FC6A96137CFD}" dt="2025-11-03T14:14:59.057" v="1263" actId="931"/>
          <ac:spMkLst>
            <pc:docMk/>
            <pc:sldMk cId="381427157" sldId="261"/>
            <ac:spMk id="9" creationId="{8408A598-BF87-90CD-0136-1640E42427A3}"/>
          </ac:spMkLst>
        </pc:spChg>
        <pc:picChg chg="del">
          <ac:chgData name="Renee Payne" userId="1b0548dbb9bf8bfc" providerId="LiveId" clId="{9E00E628-02EC-410A-8C44-FC6A96137CFD}" dt="2025-11-03T14:04:52.539" v="1258" actId="478"/>
          <ac:picMkLst>
            <pc:docMk/>
            <pc:sldMk cId="381427157" sldId="261"/>
            <ac:picMk id="5" creationId="{0EA8B104-4052-C8D5-66CC-3A471FCF0FDD}"/>
          </ac:picMkLst>
        </pc:picChg>
        <pc:picChg chg="add del mod">
          <ac:chgData name="Renee Payne" userId="1b0548dbb9bf8bfc" providerId="LiveId" clId="{9E00E628-02EC-410A-8C44-FC6A96137CFD}" dt="2025-11-03T14:05:20.602" v="1262" actId="478"/>
          <ac:picMkLst>
            <pc:docMk/>
            <pc:sldMk cId="381427157" sldId="261"/>
            <ac:picMk id="7" creationId="{E06CD844-6670-2FAE-E96E-1573C463D7EB}"/>
          </ac:picMkLst>
        </pc:picChg>
        <pc:picChg chg="add mod">
          <ac:chgData name="Renee Payne" userId="1b0548dbb9bf8bfc" providerId="LiveId" clId="{9E00E628-02EC-410A-8C44-FC6A96137CFD}" dt="2025-11-03T14:15:11.593" v="1267" actId="14100"/>
          <ac:picMkLst>
            <pc:docMk/>
            <pc:sldMk cId="381427157" sldId="261"/>
            <ac:picMk id="11" creationId="{F4154C57-329E-449F-0F7D-258AC8664D8D}"/>
          </ac:picMkLst>
        </pc:picChg>
      </pc:sldChg>
      <pc:sldChg chg="addSp delSp modSp mod modNotesTx">
        <pc:chgData name="Renee Payne" userId="1b0548dbb9bf8bfc" providerId="LiveId" clId="{9E00E628-02EC-410A-8C44-FC6A96137CFD}" dt="2025-11-03T14:15:34.875" v="1273" actId="14100"/>
        <pc:sldMkLst>
          <pc:docMk/>
          <pc:sldMk cId="1640400925" sldId="262"/>
        </pc:sldMkLst>
        <pc:spChg chg="add del mod">
          <ac:chgData name="Renee Payne" userId="1b0548dbb9bf8bfc" providerId="LiveId" clId="{9E00E628-02EC-410A-8C44-FC6A96137CFD}" dt="2025-11-03T14:15:25.690" v="1269" actId="931"/>
          <ac:spMkLst>
            <pc:docMk/>
            <pc:sldMk cId="1640400925" sldId="262"/>
            <ac:spMk id="4" creationId="{5EDB06DF-029B-5825-B394-702B796CE2D3}"/>
          </ac:spMkLst>
        </pc:spChg>
        <pc:picChg chg="del">
          <ac:chgData name="Renee Payne" userId="1b0548dbb9bf8bfc" providerId="LiveId" clId="{9E00E628-02EC-410A-8C44-FC6A96137CFD}" dt="2025-11-03T14:15:19.219" v="1268" actId="478"/>
          <ac:picMkLst>
            <pc:docMk/>
            <pc:sldMk cId="1640400925" sldId="262"/>
            <ac:picMk id="5" creationId="{453E4C46-0F8A-D560-A1BC-98572EB7D8AA}"/>
          </ac:picMkLst>
        </pc:picChg>
        <pc:picChg chg="add mod">
          <ac:chgData name="Renee Payne" userId="1b0548dbb9bf8bfc" providerId="LiveId" clId="{9E00E628-02EC-410A-8C44-FC6A96137CFD}" dt="2025-11-03T14:15:34.875" v="1273" actId="14100"/>
          <ac:picMkLst>
            <pc:docMk/>
            <pc:sldMk cId="1640400925" sldId="262"/>
            <ac:picMk id="7" creationId="{3AB17BE5-4452-8373-B4D1-BE3B4DDD999B}"/>
          </ac:picMkLst>
        </pc:picChg>
      </pc:sldChg>
      <pc:sldChg chg="addSp delSp modSp mod modNotesTx">
        <pc:chgData name="Renee Payne" userId="1b0548dbb9bf8bfc" providerId="LiveId" clId="{9E00E628-02EC-410A-8C44-FC6A96137CFD}" dt="2025-11-03T14:16:04.034" v="1279" actId="14100"/>
        <pc:sldMkLst>
          <pc:docMk/>
          <pc:sldMk cId="805374502" sldId="263"/>
        </pc:sldMkLst>
        <pc:spChg chg="add del mod">
          <ac:chgData name="Renee Payne" userId="1b0548dbb9bf8bfc" providerId="LiveId" clId="{9E00E628-02EC-410A-8C44-FC6A96137CFD}" dt="2025-11-03T14:15:57.605" v="1275" actId="931"/>
          <ac:spMkLst>
            <pc:docMk/>
            <pc:sldMk cId="805374502" sldId="263"/>
            <ac:spMk id="4" creationId="{D26E4503-81EA-9C4D-A2F6-50C4B1D4DEA9}"/>
          </ac:spMkLst>
        </pc:spChg>
        <pc:picChg chg="del">
          <ac:chgData name="Renee Payne" userId="1b0548dbb9bf8bfc" providerId="LiveId" clId="{9E00E628-02EC-410A-8C44-FC6A96137CFD}" dt="2025-11-03T14:15:49.669" v="1274" actId="478"/>
          <ac:picMkLst>
            <pc:docMk/>
            <pc:sldMk cId="805374502" sldId="263"/>
            <ac:picMk id="5" creationId="{7101AC27-6577-D7BE-99E7-D518A3F0FA96}"/>
          </ac:picMkLst>
        </pc:picChg>
        <pc:picChg chg="add mod">
          <ac:chgData name="Renee Payne" userId="1b0548dbb9bf8bfc" providerId="LiveId" clId="{9E00E628-02EC-410A-8C44-FC6A96137CFD}" dt="2025-11-03T14:16:04.034" v="1279" actId="14100"/>
          <ac:picMkLst>
            <pc:docMk/>
            <pc:sldMk cId="805374502" sldId="263"/>
            <ac:picMk id="7" creationId="{64E0C329-6538-1373-EC28-06E1AFAC9D04}"/>
          </ac:picMkLst>
        </pc:picChg>
      </pc:sldChg>
      <pc:sldChg chg="addSp delSp modSp mod modNotesTx">
        <pc:chgData name="Renee Payne" userId="1b0548dbb9bf8bfc" providerId="LiveId" clId="{9E00E628-02EC-410A-8C44-FC6A96137CFD}" dt="2025-11-03T14:16:26.099" v="1285" actId="14100"/>
        <pc:sldMkLst>
          <pc:docMk/>
          <pc:sldMk cId="2984615176" sldId="264"/>
        </pc:sldMkLst>
        <pc:spChg chg="add del mod">
          <ac:chgData name="Renee Payne" userId="1b0548dbb9bf8bfc" providerId="LiveId" clId="{9E00E628-02EC-410A-8C44-FC6A96137CFD}" dt="2025-11-03T14:16:19.592" v="1281" actId="931"/>
          <ac:spMkLst>
            <pc:docMk/>
            <pc:sldMk cId="2984615176" sldId="264"/>
            <ac:spMk id="4" creationId="{C8774C01-2702-9590-00C9-4646E5AA0182}"/>
          </ac:spMkLst>
        </pc:spChg>
        <pc:picChg chg="del">
          <ac:chgData name="Renee Payne" userId="1b0548dbb9bf8bfc" providerId="LiveId" clId="{9E00E628-02EC-410A-8C44-FC6A96137CFD}" dt="2025-11-03T14:16:12.745" v="1280" actId="478"/>
          <ac:picMkLst>
            <pc:docMk/>
            <pc:sldMk cId="2984615176" sldId="264"/>
            <ac:picMk id="5" creationId="{40FFAAF7-EE63-B954-67C9-57A4AD61E5B8}"/>
          </ac:picMkLst>
        </pc:picChg>
        <pc:picChg chg="add mod">
          <ac:chgData name="Renee Payne" userId="1b0548dbb9bf8bfc" providerId="LiveId" clId="{9E00E628-02EC-410A-8C44-FC6A96137CFD}" dt="2025-11-03T14:16:26.099" v="1285" actId="14100"/>
          <ac:picMkLst>
            <pc:docMk/>
            <pc:sldMk cId="2984615176" sldId="264"/>
            <ac:picMk id="7" creationId="{4CCD0313-FB10-1CE5-C8B4-4EFC4125D400}"/>
          </ac:picMkLst>
        </pc:picChg>
      </pc:sldChg>
      <pc:sldChg chg="addSp modSp new mod modClrScheme chgLayout">
        <pc:chgData name="Renee Payne" userId="1b0548dbb9bf8bfc" providerId="LiveId" clId="{9E00E628-02EC-410A-8C44-FC6A96137CFD}" dt="2025-10-31T16:21:25.153" v="1100" actId="26606"/>
        <pc:sldMkLst>
          <pc:docMk/>
          <pc:sldMk cId="3147458767" sldId="265"/>
        </pc:sldMkLst>
        <pc:spChg chg="mod">
          <ac:chgData name="Renee Payne" userId="1b0548dbb9bf8bfc" providerId="LiveId" clId="{9E00E628-02EC-410A-8C44-FC6A96137CFD}" dt="2025-10-31T16:21:25.153" v="1100" actId="26606"/>
          <ac:spMkLst>
            <pc:docMk/>
            <pc:sldMk cId="3147458767" sldId="265"/>
            <ac:spMk id="2" creationId="{1218A1CA-C6B8-ECAD-FBD2-AC54B7FF2B41}"/>
          </ac:spMkLst>
        </pc:spChg>
        <pc:spChg chg="mod">
          <ac:chgData name="Renee Payne" userId="1b0548dbb9bf8bfc" providerId="LiveId" clId="{9E00E628-02EC-410A-8C44-FC6A96137CFD}" dt="2025-10-31T16:21:25.153" v="1100" actId="26606"/>
          <ac:spMkLst>
            <pc:docMk/>
            <pc:sldMk cId="3147458767" sldId="265"/>
            <ac:spMk id="3" creationId="{9305E223-9E0D-9053-8ABD-0987C6E6EEA4}"/>
          </ac:spMkLst>
        </pc:spChg>
        <pc:picChg chg="add">
          <ac:chgData name="Renee Payne" userId="1b0548dbb9bf8bfc" providerId="LiveId" clId="{9E00E628-02EC-410A-8C44-FC6A96137CFD}" dt="2025-10-31T16:21:25.153" v="1100" actId="26606"/>
          <ac:picMkLst>
            <pc:docMk/>
            <pc:sldMk cId="3147458767" sldId="265"/>
            <ac:picMk id="5" creationId="{64CD8BCA-BFEC-BEB3-8439-F98522080D3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90BDEC-764A-4EAF-8140-09A91FEEFEB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066E7D-039E-4551-B5B4-A69406EE2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645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other words, the best risks for keeping loss ratio 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66E7D-039E-4551-B5B4-A69406EE23B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352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Rural customers have the lowest claim amounts.  Suburban has the highest.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66E7D-039E-4551-B5B4-A69406EE23B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920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Non-luxury vehicles have much lower claim amounts than luxury vehicles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66E7D-039E-4551-B5B4-A69406EE23B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588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vehicles have the highest claim amounts with medium and large vehicles approximately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66E7D-039E-4551-B5B4-A69406EE23B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641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 school or below have the highest claim amounts with master and doctor at the lowest.  The more education they have, the lower their </a:t>
            </a:r>
            <a:r>
              <a:rPr lang="en-US"/>
              <a:t>claim amount.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66E7D-039E-4551-B5B4-A69406EE23B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077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people have the highest claim amount with married and divorced about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66E7D-039E-4551-B5B4-A69406EE23B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38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Employed policyholders have the lowest claim amount.  Medical leave and disabled are about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66E7D-039E-4551-B5B4-A69406EE23B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887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Income makes no difference.  Whether it is $10,000 or $100,000, they have approximately the same claim amounts.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66E7D-039E-4551-B5B4-A69406EE23B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05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EF118477-BA54-4B0E-9EC5-D8568300CAF2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4914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53AA-13B8-469A-87B0-FF7C74E1EADE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816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B3B0F7F-6AD6-4AF0-8BB1-D49CE0F9F622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95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016F69B6-6D5E-4363-B374-18E94027D1E6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06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4DEE5A9B-1189-4B03-AA34-8ABCB3EDCE59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7400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93776"/>
            <a:ext cx="8028432" cy="4325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65776"/>
            <a:ext cx="5431536" cy="118872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D32A50-3A67-42D0-AFC3-9798A621A2DF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3467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5111496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5698FC-C9DA-44B4-AC6C-01EEA7EAAA4C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496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170516"/>
            <a:ext cx="4800600" cy="108398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ECA0D2-D30D-4484-8941-E31C1541BC59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2755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8961120" cy="465429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FA793B8-7270-4493-83ED-C07D34603133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725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94744" y="2423160"/>
            <a:ext cx="578097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D26B-DEF0-4EC5-90CD-3C7B79EC8572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4748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914400" indent="-228600">
              <a:buFont typeface="+mj-lt"/>
              <a:buAutoNum type="arabicPeriod"/>
              <a:defRPr sz="1400"/>
            </a:lvl4pPr>
            <a:lvl5pPr marL="1143000" indent="-2286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CA36A28-16B8-4B74-ADBC-086BC21557C6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8073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07CC-3A12-4A50-A3BE-C6063551B4A3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279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0E33-4FBE-4166-8E4D-D16E2368EAF9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7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688B5-3E47-407E-A4D5-0E98E41979E9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630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29CD1-440F-4DE5-9914-1074B1963E64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724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55DF8-55DB-438A-B328-5A22697F5E96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586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9F2D74A-71A1-4609-9BED-C43EBEF2D096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4639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B868B-869A-478B-B17A-F3477F1ABEB8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0877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8CCA563-903D-4707-A09B-73AE7FD9F3E4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549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747B-DE86-4C56-A69A-2124AC6051DB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1186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B5E8E98-97C5-4AE8-8CC9-69C51FF1A0EF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6547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4F82-DB30-4BD5-9E9D-AD825E313C84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990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E7477ED-8564-46ED-8FFC-DE5A509699F3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3304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26781-2293-4754-A74B-94E6E7D7B311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259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DFBFA6E-9D0B-474A-AFB9-4E0832448570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938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767648-9FB3-40F4-8072-E80887331DF3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6707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07E99A-2976-4D79-B66C-833B4C12E9C9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269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DDD7D-A4A9-4042-8D3D-AF897B76225E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015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A3D79-61FB-48D3-96EC-9D73986E2DB4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391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E407E80-9270-4600-9E83-876C054EC0ED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3521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7A043757-40C8-48EB-A459-80D3B00F0BCB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5161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D0304CB2-AF95-4B6C-81FD-EF29E4F12940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2782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FD636673-28CE-4CCE-80FB-7124C935A31A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40268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EF0D11-5ED9-D2C8-48DF-CDDD85CEAC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4809744"/>
            <a:ext cx="9345168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0350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802264-EF96-4074-A671-AB5D99F5E332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410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4873752"/>
            <a:ext cx="8439912" cy="1490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420624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84F615-9106-410C-834A-3DBE51A81CC1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077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EA1A10B-111C-8469-40F7-C3551BB027D0}"/>
              </a:ext>
            </a:extLst>
          </p:cNvPr>
          <p:cNvSpPr/>
          <p:nvPr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4873752"/>
            <a:ext cx="8439912" cy="159105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80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420624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5A920F-C91E-4FD9-A8A8-AC96444816EA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532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F91DA-BC67-4FFF-80B3-6A83720BA580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987552"/>
            <a:ext cx="10149840" cy="4846320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4400" b="0" cap="all" baseline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4000" b="0" cap="all" baseline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3600" b="0" cap="all" baseline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3200" b="0" cap="all" baseline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2800" b="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211370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5565DD7-EB64-4BFE-B850-4043488A7CD8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30936"/>
            <a:ext cx="844905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5400" b="0" cap="none" baseline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4800" b="0" cap="none" baseline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4400" b="0" cap="none" baseline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4000" b="0" cap="none" baseline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3600" b="0" cap="none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796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2C979-2DBB-4FF5-B773-BBC906FD5969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877824"/>
            <a:ext cx="8046720" cy="5065776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5400" b="0"/>
            </a:lvl1pPr>
            <a:lvl2pPr marL="228600" indent="0">
              <a:lnSpc>
                <a:spcPct val="110000"/>
              </a:lnSpc>
              <a:buNone/>
              <a:defRPr sz="4800" b="0"/>
            </a:lvl2pPr>
            <a:lvl3pPr marL="457200" indent="0">
              <a:lnSpc>
                <a:spcPct val="110000"/>
              </a:lnSpc>
              <a:buNone/>
              <a:defRPr sz="4400" b="0"/>
            </a:lvl3pPr>
            <a:lvl4pPr marL="685800" indent="0">
              <a:lnSpc>
                <a:spcPct val="110000"/>
              </a:lnSpc>
              <a:buNone/>
              <a:defRPr sz="4000" b="0"/>
            </a:lvl4pPr>
            <a:lvl5pPr marL="914400" indent="0">
              <a:lnSpc>
                <a:spcPct val="110000"/>
              </a:lnSpc>
              <a:buNone/>
              <a:defRPr sz="3600" b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825480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84F2-69E3-42EA-A769-C3221255F524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596767"/>
            <a:ext cx="9848088" cy="3767328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6000" b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5400" b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4800" b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4400" b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40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214642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8488" y="5376672"/>
            <a:ext cx="9079992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21600-2F49-4BDF-9F00-79A81477383F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527048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358255940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AF1DAFD-6C43-776A-EDEF-047653131661}"/>
              </a:ext>
            </a:extLst>
          </p:cNvPr>
          <p:cNvSpPr/>
          <p:nvPr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" y="5148072"/>
            <a:ext cx="8366760" cy="118872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23558-A89A-4F39-900D-C4A4FDA1B2E7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85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08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783080"/>
            <a:ext cx="8503920" cy="3209544"/>
          </a:xfrm>
        </p:spPr>
        <p:txBody>
          <a:bodyPr anchor="t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34094763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25BDAC2-53C5-6F8B-7446-54D1152EB91B}"/>
              </a:ext>
            </a:extLst>
          </p:cNvPr>
          <p:cNvSpPr/>
          <p:nvPr/>
        </p:nvSpPr>
        <p:spPr>
          <a:xfrm>
            <a:off x="0" y="0"/>
            <a:ext cx="11385608" cy="5084064"/>
          </a:xfrm>
          <a:custGeom>
            <a:avLst/>
            <a:gdLst>
              <a:gd name="connsiteX0" fmla="*/ 0 w 11385608"/>
              <a:gd name="connsiteY0" fmla="*/ 0 h 5084064"/>
              <a:gd name="connsiteX1" fmla="*/ 11385608 w 11385608"/>
              <a:gd name="connsiteY1" fmla="*/ 0 h 5084064"/>
              <a:gd name="connsiteX2" fmla="*/ 11385608 w 11385608"/>
              <a:gd name="connsiteY2" fmla="*/ 4562110 h 5084064"/>
              <a:gd name="connsiteX3" fmla="*/ 10863655 w 11385608"/>
              <a:gd name="connsiteY3" fmla="*/ 5084064 h 5084064"/>
              <a:gd name="connsiteX4" fmla="*/ 0 w 11385608"/>
              <a:gd name="connsiteY4" fmla="*/ 5084064 h 508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5084064">
                <a:moveTo>
                  <a:pt x="0" y="0"/>
                </a:moveTo>
                <a:lnTo>
                  <a:pt x="11385608" y="0"/>
                </a:lnTo>
                <a:lnTo>
                  <a:pt x="11385608" y="4562110"/>
                </a:lnTo>
                <a:cubicBezTo>
                  <a:pt x="11385608" y="4850377"/>
                  <a:pt x="11151922" y="5084064"/>
                  <a:pt x="10863655" y="5084064"/>
                </a:cubicBezTo>
                <a:lnTo>
                  <a:pt x="0" y="5084064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" y="5449824"/>
            <a:ext cx="9546336" cy="905256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2020B-CB60-4281-A570-6300974B7A2E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85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08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30352"/>
            <a:ext cx="9683496" cy="395020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187954018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784" y="4965192"/>
            <a:ext cx="8339328" cy="128930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033272"/>
            <a:ext cx="8467344" cy="3931920"/>
          </a:xfrm>
        </p:spPr>
        <p:txBody>
          <a:bodyPr anchor="b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554EA42-18F1-82AE-02C3-B2B2A57AD7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55215D8-97AA-4B85-B7A0-A02F39368DA3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8AE5996-C1E5-AFF0-1C20-EFDC871179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8ACF18-7D60-FEE3-1B8D-6E5F51611A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9751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CE14-1FF6-4074-BE8F-BABA3B0759C8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61085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71389-0C57-4856-A530-D0CC79ABF97F}" type="datetime1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2113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13EFD-DF71-4A7D-9C47-1BBDB138B295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7718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BE319-9B1C-4A02-A60F-55C05B841F00}" type="datetime1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82193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397E-666B-470F-A253-6BE6BC97EEBE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6538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249CC-ABEB-43E4-956A-E3EA25785381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4670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E689B-95F7-4D9F-8FA3-5EAD5F062125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005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EC20F-E1D8-4943-B054-6F2B6C10D630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198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492240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F7F99000-8DC5-4FAA-962C-D38BB4F2BF7D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7112" y="6492240"/>
            <a:ext cx="266090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9456" y="6492240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672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2" r:id="rId2"/>
    <p:sldLayoutId id="2147483804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  <p:sldLayoutId id="2147483767" r:id="rId18"/>
    <p:sldLayoutId id="2147483768" r:id="rId19"/>
    <p:sldLayoutId id="2147483769" r:id="rId20"/>
    <p:sldLayoutId id="2147483770" r:id="rId21"/>
    <p:sldLayoutId id="2147483771" r:id="rId22"/>
    <p:sldLayoutId id="2147483772" r:id="rId23"/>
    <p:sldLayoutId id="2147483773" r:id="rId24"/>
    <p:sldLayoutId id="2147483774" r:id="rId25"/>
    <p:sldLayoutId id="2147483775" r:id="rId26"/>
    <p:sldLayoutId id="2147483776" r:id="rId27"/>
    <p:sldLayoutId id="2147483777" r:id="rId28"/>
    <p:sldLayoutId id="2147483778" r:id="rId29"/>
    <p:sldLayoutId id="2147483779" r:id="rId30"/>
    <p:sldLayoutId id="2147483780" r:id="rId31"/>
    <p:sldLayoutId id="2147483781" r:id="rId32"/>
    <p:sldLayoutId id="2147483782" r:id="rId33"/>
    <p:sldLayoutId id="2147483783" r:id="rId34"/>
    <p:sldLayoutId id="2147483784" r:id="rId35"/>
    <p:sldLayoutId id="2147483785" r:id="rId36"/>
    <p:sldLayoutId id="2147483786" r:id="rId37"/>
    <p:sldLayoutId id="2147483787" r:id="rId38"/>
    <p:sldLayoutId id="2147483788" r:id="rId39"/>
    <p:sldLayoutId id="2147483789" r:id="rId40"/>
    <p:sldLayoutId id="2147483790" r:id="rId41"/>
    <p:sldLayoutId id="2147483791" r:id="rId42"/>
    <p:sldLayoutId id="2147483792" r:id="rId43"/>
    <p:sldLayoutId id="2147483793" r:id="rId44"/>
    <p:sldLayoutId id="2147483794" r:id="rId45"/>
    <p:sldLayoutId id="2147483795" r:id="rId46"/>
    <p:sldLayoutId id="2147483796" r:id="rId47"/>
    <p:sldLayoutId id="2147483797" r:id="rId48"/>
    <p:sldLayoutId id="2147483798" r:id="rId49"/>
    <p:sldLayoutId id="2147483799" r:id="rId50"/>
    <p:sldLayoutId id="2147483800" r:id="rId51"/>
    <p:sldLayoutId id="2147483801" r:id="rId5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F5007-B206-15FE-29B8-F49850002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/>
          <a:p>
            <a:r>
              <a:rPr lang="en-US" sz="4800" dirty="0"/>
              <a:t>What are the best risks for auto insurance?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85B6D9-115E-E522-19E3-44C4B5037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/>
          <a:p>
            <a:r>
              <a:rPr lang="en-US" dirty="0"/>
              <a:t>For the goal of keeping the loss ratio low</a:t>
            </a:r>
          </a:p>
          <a:p>
            <a:r>
              <a:rPr lang="en-US" dirty="0"/>
              <a:t>By Renee Payne | November 2025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42388ED3-C2F1-DF51-7C10-04B7993E5D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756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8F34D-D704-0A0B-4E22-6BE0564F4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C42FE-36C7-8689-7C0C-B9633FB9C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presentation, I will look at seven different characteristics and see which ones have the lowest claim totals.  This will give an idea of what kind of policyholders to market to.</a:t>
            </a:r>
          </a:p>
          <a:p>
            <a:r>
              <a:rPr lang="en-US" dirty="0"/>
              <a:t>Data used is AutoInsurance.csv from Kaggle.com.</a:t>
            </a:r>
          </a:p>
        </p:txBody>
      </p:sp>
    </p:spTree>
    <p:extLst>
      <p:ext uri="{BB962C8B-B14F-4D97-AF65-F5344CB8AC3E}">
        <p14:creationId xmlns:p14="http://schemas.microsoft.com/office/powerpoint/2010/main" val="2422468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F747609-C073-1FBA-BC43-FC6858B7E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/>
          <a:p>
            <a:r>
              <a:rPr lang="en-US" sz="2700" dirty="0"/>
              <a:t>Location of policyholder</a:t>
            </a:r>
          </a:p>
        </p:txBody>
      </p:sp>
      <p:pic>
        <p:nvPicPr>
          <p:cNvPr id="6" name="Content Placeholder 5" descr="A graph of a number of different colored squares&#10;&#10;AI-generated content may be incorrect.">
            <a:extLst>
              <a:ext uri="{FF2B5EF4-FFF2-40B4-BE49-F238E27FC236}">
                <a16:creationId xmlns:a16="http://schemas.microsoft.com/office/drawing/2014/main" id="{0562D446-56D2-252A-1BA2-3452D0A4ACB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155" y="640081"/>
            <a:ext cx="6251693" cy="5056510"/>
          </a:xfrm>
        </p:spPr>
      </p:pic>
    </p:spTree>
    <p:extLst>
      <p:ext uri="{BB962C8B-B14F-4D97-AF65-F5344CB8AC3E}">
        <p14:creationId xmlns:p14="http://schemas.microsoft.com/office/powerpoint/2010/main" val="3339550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4B6DB-EF4D-23BA-E80F-3C3CAE4D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of vehicle</a:t>
            </a:r>
          </a:p>
        </p:txBody>
      </p:sp>
      <p:pic>
        <p:nvPicPr>
          <p:cNvPr id="15" name="Content Placeholder 14" descr="A graph of a number of cars&#10;&#10;AI-generated content may be incorrect.">
            <a:extLst>
              <a:ext uri="{FF2B5EF4-FFF2-40B4-BE49-F238E27FC236}">
                <a16:creationId xmlns:a16="http://schemas.microsoft.com/office/drawing/2014/main" id="{18B74352-B8CB-A581-C825-FE3BCD2FFE6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671" y="806245"/>
            <a:ext cx="6399177" cy="4890345"/>
          </a:xfrm>
        </p:spPr>
      </p:pic>
    </p:spTree>
    <p:extLst>
      <p:ext uri="{BB962C8B-B14F-4D97-AF65-F5344CB8AC3E}">
        <p14:creationId xmlns:p14="http://schemas.microsoft.com/office/powerpoint/2010/main" val="33158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C547D-7459-7D8E-8AAC-75695FA50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Size of vehicle</a:t>
            </a:r>
          </a:p>
        </p:txBody>
      </p:sp>
      <p:pic>
        <p:nvPicPr>
          <p:cNvPr id="7" name="Content Placeholder 6" descr="A graph of a vehicle size&#10;&#10;AI-generated content may be incorrect.">
            <a:extLst>
              <a:ext uri="{FF2B5EF4-FFF2-40B4-BE49-F238E27FC236}">
                <a16:creationId xmlns:a16="http://schemas.microsoft.com/office/drawing/2014/main" id="{F20149E5-5B4E-E2E1-1FF3-11D62FBA6AE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323" y="640081"/>
            <a:ext cx="6261525" cy="5056510"/>
          </a:xfrm>
        </p:spPr>
      </p:pic>
    </p:spTree>
    <p:extLst>
      <p:ext uri="{BB962C8B-B14F-4D97-AF65-F5344CB8AC3E}">
        <p14:creationId xmlns:p14="http://schemas.microsoft.com/office/powerpoint/2010/main" val="400032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E46C2-8139-FAB9-DBFA-59D19D698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Education level of policyholder</a:t>
            </a:r>
          </a:p>
        </p:txBody>
      </p:sp>
      <p:pic>
        <p:nvPicPr>
          <p:cNvPr id="11" name="Content Placeholder 10" descr="A graph of different colored rectangular shapes&#10;&#10;AI-generated content may be incorrect.">
            <a:extLst>
              <a:ext uri="{FF2B5EF4-FFF2-40B4-BE49-F238E27FC236}">
                <a16:creationId xmlns:a16="http://schemas.microsoft.com/office/drawing/2014/main" id="{F4154C57-329E-449F-0F7D-258AC8664D8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658" y="640081"/>
            <a:ext cx="6281190" cy="5056510"/>
          </a:xfrm>
        </p:spPr>
      </p:pic>
    </p:spTree>
    <p:extLst>
      <p:ext uri="{BB962C8B-B14F-4D97-AF65-F5344CB8AC3E}">
        <p14:creationId xmlns:p14="http://schemas.microsoft.com/office/powerpoint/2010/main" val="381427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4BAD6-BDA5-5ADD-4CB3-30AC7EBBC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Marital status of policyholder</a:t>
            </a:r>
          </a:p>
        </p:txBody>
      </p:sp>
      <p:pic>
        <p:nvPicPr>
          <p:cNvPr id="7" name="Content Placeholder 6" descr="A graph of a person with a divorce&#10;&#10;AI-generated content may be incorrect.">
            <a:extLst>
              <a:ext uri="{FF2B5EF4-FFF2-40B4-BE49-F238E27FC236}">
                <a16:creationId xmlns:a16="http://schemas.microsoft.com/office/drawing/2014/main" id="{3AB17BE5-4452-8373-B4D1-BE3B4DDD999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310" y="766917"/>
            <a:ext cx="6143538" cy="4929674"/>
          </a:xfrm>
        </p:spPr>
      </p:pic>
    </p:spTree>
    <p:extLst>
      <p:ext uri="{BB962C8B-B14F-4D97-AF65-F5344CB8AC3E}">
        <p14:creationId xmlns:p14="http://schemas.microsoft.com/office/powerpoint/2010/main" val="1640400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EA0A-E7FC-8EC6-95E1-35917189D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Employment status of policyholder</a:t>
            </a:r>
          </a:p>
        </p:txBody>
      </p:sp>
      <p:pic>
        <p:nvPicPr>
          <p:cNvPr id="7" name="Content Placeholder 6" descr="A graph of a number of people with different colored bars&#10;&#10;AI-generated content may be incorrect.">
            <a:extLst>
              <a:ext uri="{FF2B5EF4-FFF2-40B4-BE49-F238E27FC236}">
                <a16:creationId xmlns:a16="http://schemas.microsoft.com/office/drawing/2014/main" id="{64E0C329-6538-1373-EC28-06E1AFAC9D0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335" y="640081"/>
            <a:ext cx="6379513" cy="5056510"/>
          </a:xfrm>
        </p:spPr>
      </p:pic>
    </p:spTree>
    <p:extLst>
      <p:ext uri="{BB962C8B-B14F-4D97-AF65-F5344CB8AC3E}">
        <p14:creationId xmlns:p14="http://schemas.microsoft.com/office/powerpoint/2010/main" val="805374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73DA7-BF21-1319-0974-B8E146E1C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</a:t>
            </a:r>
          </a:p>
        </p:txBody>
      </p:sp>
      <p:pic>
        <p:nvPicPr>
          <p:cNvPr id="7" name="Content Placeholder 6" descr="A graph of blue dots&#10;&#10;AI-generated content may be incorrect.">
            <a:extLst>
              <a:ext uri="{FF2B5EF4-FFF2-40B4-BE49-F238E27FC236}">
                <a16:creationId xmlns:a16="http://schemas.microsoft.com/office/drawing/2014/main" id="{4CCD0313-FB10-1CE5-C8B4-4EFC4125D40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690" y="640081"/>
            <a:ext cx="6576158" cy="5056510"/>
          </a:xfrm>
        </p:spPr>
      </p:pic>
    </p:spTree>
    <p:extLst>
      <p:ext uri="{BB962C8B-B14F-4D97-AF65-F5344CB8AC3E}">
        <p14:creationId xmlns:p14="http://schemas.microsoft.com/office/powerpoint/2010/main" val="2984615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8A1CA-C6B8-ECAD-FBD2-AC54B7FF2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>
            <a:normAutofit/>
          </a:bodyPr>
          <a:lstStyle/>
          <a:p>
            <a:r>
              <a:rPr lang="en-US" dirty="0"/>
              <a:t>Conclusion</a:t>
            </a:r>
          </a:p>
        </p:txBody>
      </p:sp>
      <p:pic>
        <p:nvPicPr>
          <p:cNvPr id="5" name="Picture 4" descr="Large car parking lot from above">
            <a:extLst>
              <a:ext uri="{FF2B5EF4-FFF2-40B4-BE49-F238E27FC236}">
                <a16:creationId xmlns:a16="http://schemas.microsoft.com/office/drawing/2014/main" id="{64CD8BCA-BFEC-BEB3-8439-F98522080D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504"/>
          <a:stretch>
            <a:fillRect/>
          </a:stretch>
        </p:blipFill>
        <p:spPr>
          <a:xfrm>
            <a:off x="20" y="10"/>
            <a:ext cx="6591280" cy="639914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5E223-9E0D-9053-8ABD-0987C6E6EEA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best risks are:</a:t>
            </a:r>
          </a:p>
          <a:p>
            <a:r>
              <a:rPr lang="en-US" dirty="0"/>
              <a:t>Rural policyholders</a:t>
            </a:r>
          </a:p>
          <a:p>
            <a:r>
              <a:rPr lang="en-US" dirty="0"/>
              <a:t>Non-luxury vehicles especially sedans</a:t>
            </a:r>
          </a:p>
          <a:p>
            <a:r>
              <a:rPr lang="en-US" dirty="0"/>
              <a:t>Medium and large size vehicles</a:t>
            </a:r>
          </a:p>
          <a:p>
            <a:r>
              <a:rPr lang="en-US" dirty="0"/>
              <a:t>Policyholders with a masters or higher education level</a:t>
            </a:r>
          </a:p>
          <a:p>
            <a:r>
              <a:rPr lang="en-US" dirty="0"/>
              <a:t>Married or divorced policyholders</a:t>
            </a:r>
          </a:p>
          <a:p>
            <a:r>
              <a:rPr lang="en-US" dirty="0"/>
              <a:t>Policyholders who are employed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458767"/>
      </p:ext>
    </p:extLst>
  </p:cSld>
  <p:clrMapOvr>
    <a:masterClrMapping/>
  </p:clrMapOvr>
</p:sld>
</file>

<file path=ppt/theme/theme1.xml><?xml version="1.0" encoding="utf-8"?>
<a:theme xmlns:a="http://schemas.openxmlformats.org/drawingml/2006/main" name="Oasis">
  <a:themeElements>
    <a:clrScheme name="Oasis">
      <a:dk1>
        <a:srgbClr val="131313"/>
      </a:dk1>
      <a:lt1>
        <a:sysClr val="window" lastClr="FFFFFF"/>
      </a:lt1>
      <a:dk2>
        <a:srgbClr val="2D2A27"/>
      </a:dk2>
      <a:lt2>
        <a:srgbClr val="F0EBE6"/>
      </a:lt2>
      <a:accent1>
        <a:srgbClr val="9F7667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Oasis Font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" id="{F87D57D1-6595-40EA-BD1E-F0C34D0EF910}" vid="{ECA7DBCD-4BC8-40F2-8EF4-7A6D942FA19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271</Words>
  <Application>Microsoft Office PowerPoint</Application>
  <PresentationFormat>Widescreen</PresentationFormat>
  <Paragraphs>37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Neue Haas Grotesk Text Pro</vt:lpstr>
      <vt:lpstr>Oasis</vt:lpstr>
      <vt:lpstr>What are the best risks for auto insurance?</vt:lpstr>
      <vt:lpstr>Overview</vt:lpstr>
      <vt:lpstr>Location of policyholder</vt:lpstr>
      <vt:lpstr>Class of vehicle</vt:lpstr>
      <vt:lpstr>Size of vehicle</vt:lpstr>
      <vt:lpstr>Education level of policyholder</vt:lpstr>
      <vt:lpstr>Marital status of policyholder</vt:lpstr>
      <vt:lpstr>Employment status of policyholder</vt:lpstr>
      <vt:lpstr>income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Renee Payne</dc:creator>
  <cp:lastModifiedBy>Renee Payne</cp:lastModifiedBy>
  <cp:revision>1</cp:revision>
  <dcterms:created xsi:type="dcterms:W3CDTF">2025-10-31T15:43:59Z</dcterms:created>
  <dcterms:modified xsi:type="dcterms:W3CDTF">2025-11-03T14:18:56Z</dcterms:modified>
</cp:coreProperties>
</file>