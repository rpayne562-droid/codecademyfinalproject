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5.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44" d="100"/>
          <a:sy n="144" d="100"/>
        </p:scale>
        <p:origin x="948"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nee Payne" userId="1b0548dbb9bf8bfc" providerId="LiveId" clId="{9E00E628-02EC-410A-8C44-FC6A96137CFD}"/>
    <pc:docChg chg="custSel modSld">
      <pc:chgData name="Renee Payne" userId="1b0548dbb9bf8bfc" providerId="LiveId" clId="{9E00E628-02EC-410A-8C44-FC6A96137CFD}" dt="2025-11-02T01:32:40.331" v="91" actId="20577"/>
      <pc:docMkLst>
        <pc:docMk/>
      </pc:docMkLst>
      <pc:sldChg chg="modSp mod modNotesTx">
        <pc:chgData name="Renee Payne" userId="1b0548dbb9bf8bfc" providerId="LiveId" clId="{9E00E628-02EC-410A-8C44-FC6A96137CFD}" dt="2025-11-02T01:32:40.331" v="91" actId="20577"/>
        <pc:sldMkLst>
          <pc:docMk/>
          <pc:sldMk cId="325866334" sldId="256"/>
        </pc:sldMkLst>
        <pc:spChg chg="mod">
          <ac:chgData name="Renee Payne" userId="1b0548dbb9bf8bfc" providerId="LiveId" clId="{9E00E628-02EC-410A-8C44-FC6A96137CFD}" dt="2025-11-02T01:32:40.331" v="91" actId="20577"/>
          <ac:spMkLst>
            <pc:docMk/>
            <pc:sldMk cId="325866334" sldId="256"/>
            <ac:spMk id="3" creationId="{5A08460D-D564-91E2-B774-2AFD1FD39EBA}"/>
          </ac:spMkLst>
        </pc:spChg>
      </pc:sldChg>
      <pc:sldChg chg="modNotesTx">
        <pc:chgData name="Renee Payne" userId="1b0548dbb9bf8bfc" providerId="LiveId" clId="{9E00E628-02EC-410A-8C44-FC6A96137CFD}" dt="2025-10-30T16:30:41.483" v="57" actId="255"/>
        <pc:sldMkLst>
          <pc:docMk/>
          <pc:sldMk cId="2740504500" sldId="257"/>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1B0548DBB9BF8BFC/Documents/CareerStuff/Learning/Excel/car_insurance_premium_datase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1B0548DBB9BF8BFC/Documents/CareerStuff/Learning/Excel/car_insurance_premium_datase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1B0548DBB9BF8BFC/Documents/CareerStuff/Learning/Excel/car_insurance_premium_dataset.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1B0548DBB9BF8BFC/Documents/CareerStuff/Learning/Excel/car_insurance_premium_dataset.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[car_insurance_premium_dataset.xlsx]Average premium by age!PivotTable1</c:name>
    <c:fmtId val="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Average Total</a:t>
            </a:r>
            <a:r>
              <a:rPr lang="en-US" baseline="0"/>
              <a:t> Premium by Driver Age</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'Average premium by age'!$B$3</c:f>
              <c:strCache>
                <c:ptCount val="1"/>
                <c:pt idx="0">
                  <c:v>Total</c:v>
                </c:pt>
              </c:strCache>
            </c:strRef>
          </c:tx>
          <c:spPr>
            <a:ln w="28575" cap="rnd">
              <a:solidFill>
                <a:schemeClr val="accent1"/>
              </a:solidFill>
              <a:round/>
            </a:ln>
            <a:effectLst/>
          </c:spPr>
          <c:marker>
            <c:symbol val="none"/>
          </c:marker>
          <c:cat>
            <c:strRef>
              <c:f>'Average premium by age'!$A$4:$A$52</c:f>
              <c:strCache>
                <c:ptCount val="48"/>
                <c:pt idx="0">
                  <c:v>18</c:v>
                </c:pt>
                <c:pt idx="1">
                  <c:v>19</c:v>
                </c:pt>
                <c:pt idx="2">
                  <c:v>20</c:v>
                </c:pt>
                <c:pt idx="3">
                  <c:v>21</c:v>
                </c:pt>
                <c:pt idx="4">
                  <c:v>22</c:v>
                </c:pt>
                <c:pt idx="5">
                  <c:v>23</c:v>
                </c:pt>
                <c:pt idx="6">
                  <c:v>24</c:v>
                </c:pt>
                <c:pt idx="7">
                  <c:v>25</c:v>
                </c:pt>
                <c:pt idx="8">
                  <c:v>26</c:v>
                </c:pt>
                <c:pt idx="9">
                  <c:v>27</c:v>
                </c:pt>
                <c:pt idx="10">
                  <c:v>28</c:v>
                </c:pt>
                <c:pt idx="11">
                  <c:v>29</c:v>
                </c:pt>
                <c:pt idx="12">
                  <c:v>30</c:v>
                </c:pt>
                <c:pt idx="13">
                  <c:v>31</c:v>
                </c:pt>
                <c:pt idx="14">
                  <c:v>32</c:v>
                </c:pt>
                <c:pt idx="15">
                  <c:v>33</c:v>
                </c:pt>
                <c:pt idx="16">
                  <c:v>34</c:v>
                </c:pt>
                <c:pt idx="17">
                  <c:v>35</c:v>
                </c:pt>
                <c:pt idx="18">
                  <c:v>36</c:v>
                </c:pt>
                <c:pt idx="19">
                  <c:v>37</c:v>
                </c:pt>
                <c:pt idx="20">
                  <c:v>38</c:v>
                </c:pt>
                <c:pt idx="21">
                  <c:v>39</c:v>
                </c:pt>
                <c:pt idx="22">
                  <c:v>40</c:v>
                </c:pt>
                <c:pt idx="23">
                  <c:v>41</c:v>
                </c:pt>
                <c:pt idx="24">
                  <c:v>42</c:v>
                </c:pt>
                <c:pt idx="25">
                  <c:v>43</c:v>
                </c:pt>
                <c:pt idx="26">
                  <c:v>44</c:v>
                </c:pt>
                <c:pt idx="27">
                  <c:v>45</c:v>
                </c:pt>
                <c:pt idx="28">
                  <c:v>46</c:v>
                </c:pt>
                <c:pt idx="29">
                  <c:v>47</c:v>
                </c:pt>
                <c:pt idx="30">
                  <c:v>48</c:v>
                </c:pt>
                <c:pt idx="31">
                  <c:v>49</c:v>
                </c:pt>
                <c:pt idx="32">
                  <c:v>50</c:v>
                </c:pt>
                <c:pt idx="33">
                  <c:v>51</c:v>
                </c:pt>
                <c:pt idx="34">
                  <c:v>52</c:v>
                </c:pt>
                <c:pt idx="35">
                  <c:v>53</c:v>
                </c:pt>
                <c:pt idx="36">
                  <c:v>54</c:v>
                </c:pt>
                <c:pt idx="37">
                  <c:v>55</c:v>
                </c:pt>
                <c:pt idx="38">
                  <c:v>56</c:v>
                </c:pt>
                <c:pt idx="39">
                  <c:v>57</c:v>
                </c:pt>
                <c:pt idx="40">
                  <c:v>58</c:v>
                </c:pt>
                <c:pt idx="41">
                  <c:v>59</c:v>
                </c:pt>
                <c:pt idx="42">
                  <c:v>60</c:v>
                </c:pt>
                <c:pt idx="43">
                  <c:v>61</c:v>
                </c:pt>
                <c:pt idx="44">
                  <c:v>62</c:v>
                </c:pt>
                <c:pt idx="45">
                  <c:v>63</c:v>
                </c:pt>
                <c:pt idx="46">
                  <c:v>64</c:v>
                </c:pt>
                <c:pt idx="47">
                  <c:v>65</c:v>
                </c:pt>
              </c:strCache>
            </c:strRef>
          </c:cat>
          <c:val>
            <c:numRef>
              <c:f>'Average premium by age'!$B$4:$B$52</c:f>
              <c:numCache>
                <c:formatCode>_("$"* #,##0.00_);_("$"* \(#,##0.00\);_("$"* "-"??_);_(@_)</c:formatCode>
                <c:ptCount val="48"/>
                <c:pt idx="0">
                  <c:v>502.79791666666671</c:v>
                </c:pt>
                <c:pt idx="1">
                  <c:v>501.70434782608697</c:v>
                </c:pt>
                <c:pt idx="2">
                  <c:v>501.79347826086956</c:v>
                </c:pt>
                <c:pt idx="3">
                  <c:v>502.25263157894733</c:v>
                </c:pt>
                <c:pt idx="4">
                  <c:v>500.70208333333329</c:v>
                </c:pt>
                <c:pt idx="5">
                  <c:v>500.19318181818193</c:v>
                </c:pt>
                <c:pt idx="6">
                  <c:v>498.84285714285716</c:v>
                </c:pt>
                <c:pt idx="7">
                  <c:v>499.5413043478261</c:v>
                </c:pt>
                <c:pt idx="8">
                  <c:v>499.50555555555547</c:v>
                </c:pt>
                <c:pt idx="9">
                  <c:v>498.43437500000005</c:v>
                </c:pt>
                <c:pt idx="10">
                  <c:v>498.82894736842115</c:v>
                </c:pt>
                <c:pt idx="11">
                  <c:v>496.74047619047633</c:v>
                </c:pt>
                <c:pt idx="12">
                  <c:v>497.35294117647061</c:v>
                </c:pt>
                <c:pt idx="13">
                  <c:v>497.27222222222218</c:v>
                </c:pt>
                <c:pt idx="14">
                  <c:v>496.31944444444434</c:v>
                </c:pt>
                <c:pt idx="15">
                  <c:v>496.18095238095236</c:v>
                </c:pt>
                <c:pt idx="16">
                  <c:v>495.66136363636366</c:v>
                </c:pt>
                <c:pt idx="17">
                  <c:v>496.25312499999995</c:v>
                </c:pt>
                <c:pt idx="18">
                  <c:v>494.29750000000001</c:v>
                </c:pt>
                <c:pt idx="19">
                  <c:v>496.37647058823541</c:v>
                </c:pt>
                <c:pt idx="20">
                  <c:v>495.10263157894741</c:v>
                </c:pt>
                <c:pt idx="21">
                  <c:v>494.23863636363637</c:v>
                </c:pt>
                <c:pt idx="22">
                  <c:v>494.21521739130429</c:v>
                </c:pt>
                <c:pt idx="23">
                  <c:v>493.79799999999989</c:v>
                </c:pt>
                <c:pt idx="24">
                  <c:v>493.86250000000013</c:v>
                </c:pt>
                <c:pt idx="25">
                  <c:v>491.44218749999987</c:v>
                </c:pt>
                <c:pt idx="26">
                  <c:v>491.953125</c:v>
                </c:pt>
                <c:pt idx="27">
                  <c:v>490.99166666666667</c:v>
                </c:pt>
                <c:pt idx="28">
                  <c:v>491.27368421052637</c:v>
                </c:pt>
                <c:pt idx="29">
                  <c:v>491.29047619047623</c:v>
                </c:pt>
                <c:pt idx="30">
                  <c:v>491.78437499999995</c:v>
                </c:pt>
                <c:pt idx="31">
                  <c:v>491.17400000000004</c:v>
                </c:pt>
                <c:pt idx="32">
                  <c:v>490.86785714285719</c:v>
                </c:pt>
                <c:pt idx="33">
                  <c:v>491.11111111111109</c:v>
                </c:pt>
                <c:pt idx="34">
                  <c:v>490.4053571428571</c:v>
                </c:pt>
                <c:pt idx="35">
                  <c:v>489.59772727272724</c:v>
                </c:pt>
                <c:pt idx="36">
                  <c:v>489.49230769230769</c:v>
                </c:pt>
                <c:pt idx="37">
                  <c:v>489.98000000000008</c:v>
                </c:pt>
                <c:pt idx="38">
                  <c:v>487.76600000000008</c:v>
                </c:pt>
                <c:pt idx="39">
                  <c:v>489.23235294117643</c:v>
                </c:pt>
                <c:pt idx="40">
                  <c:v>489.43055555555554</c:v>
                </c:pt>
                <c:pt idx="41">
                  <c:v>487.94411764705887</c:v>
                </c:pt>
                <c:pt idx="42">
                  <c:v>488.48636363636365</c:v>
                </c:pt>
                <c:pt idx="43">
                  <c:v>487.67500000000001</c:v>
                </c:pt>
                <c:pt idx="44">
                  <c:v>486.13399999999996</c:v>
                </c:pt>
                <c:pt idx="45">
                  <c:v>486.99230769230769</c:v>
                </c:pt>
                <c:pt idx="46">
                  <c:v>487.88076923076926</c:v>
                </c:pt>
                <c:pt idx="47">
                  <c:v>487.82045454545442</c:v>
                </c:pt>
              </c:numCache>
            </c:numRef>
          </c:val>
          <c:smooth val="0"/>
          <c:extLst>
            <c:ext xmlns:c16="http://schemas.microsoft.com/office/drawing/2014/chart" uri="{C3380CC4-5D6E-409C-BE32-E72D297353CC}">
              <c16:uniqueId val="{00000000-CF07-452F-A614-56FB90D2A30A}"/>
            </c:ext>
          </c:extLst>
        </c:ser>
        <c:dLbls>
          <c:showLegendKey val="0"/>
          <c:showVal val="0"/>
          <c:showCatName val="0"/>
          <c:showSerName val="0"/>
          <c:showPercent val="0"/>
          <c:showBubbleSize val="0"/>
        </c:dLbls>
        <c:smooth val="0"/>
        <c:axId val="1699511536"/>
        <c:axId val="1699522096"/>
      </c:lineChart>
      <c:catAx>
        <c:axId val="1699511536"/>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Driver Age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99522096"/>
        <c:crosses val="autoZero"/>
        <c:auto val="1"/>
        <c:lblAlgn val="ctr"/>
        <c:lblOffset val="100"/>
        <c:noMultiLvlLbl val="0"/>
      </c:catAx>
      <c:valAx>
        <c:axId val="169952209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Average Premium</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_(&quot;$&quot;* #,##0.00_);_(&quot;$&quot;* \(#,##0.00\);_(&quot;$&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9951153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[car_insurance_premium_dataset.xlsx]Number of Previous Accidents!PivotTable2</c:name>
    <c:fmtId val="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Average Insurance Premium for number of Previous Accidents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'Number of Previous Accidents'!$B$3</c:f>
              <c:strCache>
                <c:ptCount val="1"/>
                <c:pt idx="0">
                  <c:v>Total</c:v>
                </c:pt>
              </c:strCache>
            </c:strRef>
          </c:tx>
          <c:spPr>
            <a:solidFill>
              <a:schemeClr val="accent1"/>
            </a:solidFill>
            <a:ln>
              <a:noFill/>
            </a:ln>
            <a:effectLst/>
          </c:spPr>
          <c:invertIfNegative val="0"/>
          <c:cat>
            <c:strRef>
              <c:f>'Number of Previous Accidents'!$A$4:$A$10</c:f>
              <c:strCache>
                <c:ptCount val="6"/>
                <c:pt idx="0">
                  <c:v>0</c:v>
                </c:pt>
                <c:pt idx="1">
                  <c:v>1</c:v>
                </c:pt>
                <c:pt idx="2">
                  <c:v>2</c:v>
                </c:pt>
                <c:pt idx="3">
                  <c:v>3</c:v>
                </c:pt>
                <c:pt idx="4">
                  <c:v>4</c:v>
                </c:pt>
                <c:pt idx="5">
                  <c:v>5</c:v>
                </c:pt>
              </c:strCache>
            </c:strRef>
          </c:cat>
          <c:val>
            <c:numRef>
              <c:f>'Number of Previous Accidents'!$B$4:$B$10</c:f>
              <c:numCache>
                <c:formatCode>_("$"* #,##0.00_);_("$"* \(#,##0.00\);_("$"* "-"??_);_(@_)</c:formatCode>
                <c:ptCount val="6"/>
                <c:pt idx="0">
                  <c:v>489.98409090909075</c:v>
                </c:pt>
                <c:pt idx="1">
                  <c:v>491.95409356725145</c:v>
                </c:pt>
                <c:pt idx="2">
                  <c:v>492.26944444444456</c:v>
                </c:pt>
                <c:pt idx="3">
                  <c:v>494.53567567567558</c:v>
                </c:pt>
                <c:pt idx="4">
                  <c:v>495.67073863636398</c:v>
                </c:pt>
                <c:pt idx="5">
                  <c:v>497.3329411764708</c:v>
                </c:pt>
              </c:numCache>
            </c:numRef>
          </c:val>
          <c:extLst>
            <c:ext xmlns:c16="http://schemas.microsoft.com/office/drawing/2014/chart" uri="{C3380CC4-5D6E-409C-BE32-E72D297353CC}">
              <c16:uniqueId val="{00000000-B3CD-43B0-83F2-041F09C9A452}"/>
            </c:ext>
          </c:extLst>
        </c:ser>
        <c:dLbls>
          <c:showLegendKey val="0"/>
          <c:showVal val="0"/>
          <c:showCatName val="0"/>
          <c:showSerName val="0"/>
          <c:showPercent val="0"/>
          <c:showBubbleSize val="0"/>
        </c:dLbls>
        <c:gapWidth val="219"/>
        <c:overlap val="-27"/>
        <c:axId val="1097568143"/>
        <c:axId val="1097562383"/>
      </c:barChart>
      <c:catAx>
        <c:axId val="1097568143"/>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Number of Previous Accidents</a:t>
                </a:r>
              </a:p>
              <a:p>
                <a:pPr>
                  <a:defRPr/>
                </a:pPr>
                <a:endParaRPr lang="en-US"/>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97562383"/>
        <c:crosses val="autoZero"/>
        <c:auto val="1"/>
        <c:lblAlgn val="ctr"/>
        <c:lblOffset val="100"/>
        <c:noMultiLvlLbl val="0"/>
      </c:catAx>
      <c:valAx>
        <c:axId val="109756238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Average Insurance Premium</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_(&quot;$&quot;* #,##0.00_);_(&quot;$&quot;* \(#,##0.00\);_(&quot;$&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9756814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[car_insurance_premium_dataset.xlsx]Average premium per year!PivotTable1</c:name>
    <c:fmtId val="1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Average Premium By Manufacturing Year</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'Average premium per year'!$B$2</c:f>
              <c:strCache>
                <c:ptCount val="1"/>
                <c:pt idx="0">
                  <c:v>Total</c:v>
                </c:pt>
              </c:strCache>
            </c:strRef>
          </c:tx>
          <c:spPr>
            <a:ln w="28575" cap="rnd">
              <a:solidFill>
                <a:schemeClr val="accent1"/>
              </a:solidFill>
              <a:round/>
            </a:ln>
            <a:effectLst/>
          </c:spPr>
          <c:marker>
            <c:symbol val="none"/>
          </c:marker>
          <c:cat>
            <c:strRef>
              <c:f>'Average premium per year'!$A$3:$A$39</c:f>
              <c:strCache>
                <c:ptCount val="36"/>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2018</c:v>
                </c:pt>
                <c:pt idx="29">
                  <c:v>2019</c:v>
                </c:pt>
                <c:pt idx="30">
                  <c:v>2020</c:v>
                </c:pt>
                <c:pt idx="31">
                  <c:v>2021</c:v>
                </c:pt>
                <c:pt idx="32">
                  <c:v>2022</c:v>
                </c:pt>
                <c:pt idx="33">
                  <c:v>2023</c:v>
                </c:pt>
                <c:pt idx="34">
                  <c:v>2024</c:v>
                </c:pt>
                <c:pt idx="35">
                  <c:v>2025</c:v>
                </c:pt>
              </c:strCache>
            </c:strRef>
          </c:cat>
          <c:val>
            <c:numRef>
              <c:f>'Average premium per year'!$B$3:$B$39</c:f>
              <c:numCache>
                <c:formatCode>_([$$-409]* #,##0.00_);_([$$-409]* \(#,##0.00\);_([$$-409]* "-"??_);_(@_)</c:formatCode>
                <c:ptCount val="36"/>
                <c:pt idx="0">
                  <c:v>496.31379310344829</c:v>
                </c:pt>
                <c:pt idx="1">
                  <c:v>496.86041666666671</c:v>
                </c:pt>
                <c:pt idx="2">
                  <c:v>495.44687500000003</c:v>
                </c:pt>
                <c:pt idx="3">
                  <c:v>495.22413793103453</c:v>
                </c:pt>
                <c:pt idx="4">
                  <c:v>494.43333333333328</c:v>
                </c:pt>
                <c:pt idx="5">
                  <c:v>494.3739999999998</c:v>
                </c:pt>
                <c:pt idx="6">
                  <c:v>493.67083333333329</c:v>
                </c:pt>
                <c:pt idx="7">
                  <c:v>494.41399999999993</c:v>
                </c:pt>
                <c:pt idx="8">
                  <c:v>494.61399999999992</c:v>
                </c:pt>
                <c:pt idx="9">
                  <c:v>495.51764705882351</c:v>
                </c:pt>
                <c:pt idx="10">
                  <c:v>494.05624999999998</c:v>
                </c:pt>
                <c:pt idx="11">
                  <c:v>493.68260869565211</c:v>
                </c:pt>
                <c:pt idx="12">
                  <c:v>493.36379310344824</c:v>
                </c:pt>
                <c:pt idx="13">
                  <c:v>494.27222222222218</c:v>
                </c:pt>
                <c:pt idx="14">
                  <c:v>493.49482758620695</c:v>
                </c:pt>
                <c:pt idx="15">
                  <c:v>494.42199999999997</c:v>
                </c:pt>
                <c:pt idx="16">
                  <c:v>493.43787878787879</c:v>
                </c:pt>
                <c:pt idx="17">
                  <c:v>494.18409090909086</c:v>
                </c:pt>
                <c:pt idx="18">
                  <c:v>495.54285714285709</c:v>
                </c:pt>
                <c:pt idx="19">
                  <c:v>493.43970588235305</c:v>
                </c:pt>
                <c:pt idx="20">
                  <c:v>495.0259999999999</c:v>
                </c:pt>
                <c:pt idx="21">
                  <c:v>492.23194444444448</c:v>
                </c:pt>
                <c:pt idx="22">
                  <c:v>492.1086206896552</c:v>
                </c:pt>
                <c:pt idx="23">
                  <c:v>494.73124999999999</c:v>
                </c:pt>
                <c:pt idx="24">
                  <c:v>493.79999999999995</c:v>
                </c:pt>
                <c:pt idx="25">
                  <c:v>492.6339285714285</c:v>
                </c:pt>
                <c:pt idx="26">
                  <c:v>491.96666666666653</c:v>
                </c:pt>
                <c:pt idx="27">
                  <c:v>491.9764705882352</c:v>
                </c:pt>
                <c:pt idx="28">
                  <c:v>492.98026315789485</c:v>
                </c:pt>
                <c:pt idx="29">
                  <c:v>493.05185185185189</c:v>
                </c:pt>
                <c:pt idx="30">
                  <c:v>492.93500000000006</c:v>
                </c:pt>
                <c:pt idx="31">
                  <c:v>493.63055555555547</c:v>
                </c:pt>
                <c:pt idx="32">
                  <c:v>491.70454545454544</c:v>
                </c:pt>
                <c:pt idx="33">
                  <c:v>491.96481481481482</c:v>
                </c:pt>
                <c:pt idx="34">
                  <c:v>492.34090909090907</c:v>
                </c:pt>
                <c:pt idx="35">
                  <c:v>491.84687499999995</c:v>
                </c:pt>
              </c:numCache>
            </c:numRef>
          </c:val>
          <c:smooth val="0"/>
          <c:extLst>
            <c:ext xmlns:c16="http://schemas.microsoft.com/office/drawing/2014/chart" uri="{C3380CC4-5D6E-409C-BE32-E72D297353CC}">
              <c16:uniqueId val="{00000000-4917-43A4-9AE4-F72D310E0B2E}"/>
            </c:ext>
          </c:extLst>
        </c:ser>
        <c:dLbls>
          <c:showLegendKey val="0"/>
          <c:showVal val="0"/>
          <c:showCatName val="0"/>
          <c:showSerName val="0"/>
          <c:showPercent val="0"/>
          <c:showBubbleSize val="0"/>
        </c:dLbls>
        <c:smooth val="0"/>
        <c:axId val="1279879040"/>
        <c:axId val="1279880960"/>
      </c:lineChart>
      <c:catAx>
        <c:axId val="1279879040"/>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Driver Age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79880960"/>
        <c:crosses val="autoZero"/>
        <c:auto val="1"/>
        <c:lblAlgn val="ctr"/>
        <c:lblOffset val="100"/>
        <c:noMultiLvlLbl val="0"/>
      </c:catAx>
      <c:valAx>
        <c:axId val="127988096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Average Premium</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_([$$-409]* #,##0.00_);_([$$-409]* \(#,##0.00\);_([$$-409]*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798790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[car_insurance_premium_dataset.xlsx]Premium by annual mileage!PivotTable3</c:name>
    <c:fmtId val="9"/>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Average Premium By Annual Mileage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'Premium by annual mileage'!$B$3</c:f>
              <c:strCache>
                <c:ptCount val="1"/>
                <c:pt idx="0">
                  <c:v>Total</c:v>
                </c:pt>
              </c:strCache>
            </c:strRef>
          </c:tx>
          <c:spPr>
            <a:solidFill>
              <a:schemeClr val="accent1"/>
            </a:solidFill>
            <a:ln>
              <a:noFill/>
            </a:ln>
            <a:effectLst/>
          </c:spPr>
          <c:invertIfNegative val="0"/>
          <c:cat>
            <c:strRef>
              <c:f>'Premium by annual mileage'!$A$4:$A$19</c:f>
              <c:strCache>
                <c:ptCount val="15"/>
                <c:pt idx="0">
                  <c:v>11</c:v>
                </c:pt>
                <c:pt idx="1">
                  <c:v>12</c:v>
                </c:pt>
                <c:pt idx="2">
                  <c:v>13</c:v>
                </c:pt>
                <c:pt idx="3">
                  <c:v>14</c:v>
                </c:pt>
                <c:pt idx="4">
                  <c:v>15</c:v>
                </c:pt>
                <c:pt idx="5">
                  <c:v>16</c:v>
                </c:pt>
                <c:pt idx="6">
                  <c:v>17</c:v>
                </c:pt>
                <c:pt idx="7">
                  <c:v>18</c:v>
                </c:pt>
                <c:pt idx="8">
                  <c:v>19</c:v>
                </c:pt>
                <c:pt idx="9">
                  <c:v>20</c:v>
                </c:pt>
                <c:pt idx="10">
                  <c:v>21</c:v>
                </c:pt>
                <c:pt idx="11">
                  <c:v>22</c:v>
                </c:pt>
                <c:pt idx="12">
                  <c:v>23</c:v>
                </c:pt>
                <c:pt idx="13">
                  <c:v>24</c:v>
                </c:pt>
                <c:pt idx="14">
                  <c:v>25</c:v>
                </c:pt>
              </c:strCache>
            </c:strRef>
          </c:cat>
          <c:val>
            <c:numRef>
              <c:f>'Premium by annual mileage'!$B$4:$B$19</c:f>
              <c:numCache>
                <c:formatCode>_("$"* #,##0.00_);_("$"* \(#,##0.00\);_("$"* "-"??_);_(@_)</c:formatCode>
                <c:ptCount val="15"/>
                <c:pt idx="0">
                  <c:v>494.32432432432404</c:v>
                </c:pt>
                <c:pt idx="1">
                  <c:v>492.83492063492082</c:v>
                </c:pt>
                <c:pt idx="2">
                  <c:v>493.25000000000034</c:v>
                </c:pt>
                <c:pt idx="3">
                  <c:v>492.99666666666673</c:v>
                </c:pt>
                <c:pt idx="4">
                  <c:v>494.62826086956522</c:v>
                </c:pt>
                <c:pt idx="5">
                  <c:v>493.56557377049188</c:v>
                </c:pt>
                <c:pt idx="6">
                  <c:v>493.91271186440684</c:v>
                </c:pt>
                <c:pt idx="7">
                  <c:v>494.06428571428569</c:v>
                </c:pt>
                <c:pt idx="8">
                  <c:v>493.8857142857143</c:v>
                </c:pt>
                <c:pt idx="9">
                  <c:v>493.54444444444442</c:v>
                </c:pt>
                <c:pt idx="10">
                  <c:v>493.35967741935485</c:v>
                </c:pt>
                <c:pt idx="11">
                  <c:v>492.97051282051285</c:v>
                </c:pt>
                <c:pt idx="12">
                  <c:v>494.03676470588226</c:v>
                </c:pt>
                <c:pt idx="13">
                  <c:v>494.1102941176473</c:v>
                </c:pt>
                <c:pt idx="14">
                  <c:v>494.55735294117648</c:v>
                </c:pt>
              </c:numCache>
            </c:numRef>
          </c:val>
          <c:extLst>
            <c:ext xmlns:c16="http://schemas.microsoft.com/office/drawing/2014/chart" uri="{C3380CC4-5D6E-409C-BE32-E72D297353CC}">
              <c16:uniqueId val="{00000000-56ED-4D17-8E42-17D0B395F423}"/>
            </c:ext>
          </c:extLst>
        </c:ser>
        <c:dLbls>
          <c:showLegendKey val="0"/>
          <c:showVal val="0"/>
          <c:showCatName val="0"/>
          <c:showSerName val="0"/>
          <c:showPercent val="0"/>
          <c:showBubbleSize val="0"/>
        </c:dLbls>
        <c:gapWidth val="219"/>
        <c:overlap val="-27"/>
        <c:axId val="1244534079"/>
        <c:axId val="1244536959"/>
      </c:barChart>
      <c:catAx>
        <c:axId val="1244534079"/>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Annual Mileage (x1000 km)</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4536959"/>
        <c:crosses val="autoZero"/>
        <c:auto val="1"/>
        <c:lblAlgn val="ctr"/>
        <c:lblOffset val="100"/>
        <c:noMultiLvlLbl val="0"/>
      </c:catAx>
      <c:valAx>
        <c:axId val="124453695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Average Premium</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_(&quot;$&quot;* #,##0.00_);_(&quot;$&quot;* \(#,##0.00\);_(&quot;$&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45340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7668FE-4C94-4D2F-B21F-57DD011F13D2}" type="datetimeFigureOut">
              <a:rPr lang="en-US" smtClean="0"/>
              <a:t>11/1/2025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C62D69-375D-4646-A4FE-7F2ED2FF7B9C}" type="slidenum">
              <a:rPr lang="en-US" smtClean="0"/>
              <a:t>‹#›</a:t>
            </a:fld>
            <a:endParaRPr lang="en-US"/>
          </a:p>
        </p:txBody>
      </p:sp>
    </p:spTree>
    <p:extLst>
      <p:ext uri="{BB962C8B-B14F-4D97-AF65-F5344CB8AC3E}">
        <p14:creationId xmlns:p14="http://schemas.microsoft.com/office/powerpoint/2010/main" val="27278146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from Kaggle.com </a:t>
            </a:r>
            <a:r>
              <a:rPr lang="en-US" dirty="0" err="1"/>
              <a:t>car_insurance_</a:t>
            </a:r>
            <a:r>
              <a:rPr lang="en-US" err="1"/>
              <a:t>premium</a:t>
            </a:r>
            <a:r>
              <a:rPr lang="en-US"/>
              <a:t>_dataset</a:t>
            </a:r>
          </a:p>
        </p:txBody>
      </p:sp>
      <p:sp>
        <p:nvSpPr>
          <p:cNvPr id="4" name="Slide Number Placeholder 3"/>
          <p:cNvSpPr>
            <a:spLocks noGrp="1"/>
          </p:cNvSpPr>
          <p:nvPr>
            <p:ph type="sldNum" sz="quarter" idx="5"/>
          </p:nvPr>
        </p:nvSpPr>
        <p:spPr/>
        <p:txBody>
          <a:bodyPr/>
          <a:lstStyle/>
          <a:p>
            <a:fld id="{5DC62D69-375D-4646-A4FE-7F2ED2FF7B9C}" type="slidenum">
              <a:rPr lang="en-US" smtClean="0"/>
              <a:t>1</a:t>
            </a:fld>
            <a:endParaRPr lang="en-US"/>
          </a:p>
        </p:txBody>
      </p:sp>
    </p:spTree>
    <p:extLst>
      <p:ext uri="{BB962C8B-B14F-4D97-AF65-F5344CB8AC3E}">
        <p14:creationId xmlns:p14="http://schemas.microsoft.com/office/powerpoint/2010/main" val="710636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See the line above.  It is highest at age 18 and goes down from there.  Therefore, the older you are the lower your insurance premium.</a:t>
            </a:r>
          </a:p>
        </p:txBody>
      </p:sp>
      <p:sp>
        <p:nvSpPr>
          <p:cNvPr id="4" name="Slide Number Placeholder 3"/>
          <p:cNvSpPr>
            <a:spLocks noGrp="1"/>
          </p:cNvSpPr>
          <p:nvPr>
            <p:ph type="sldNum" sz="quarter" idx="5"/>
          </p:nvPr>
        </p:nvSpPr>
        <p:spPr/>
        <p:txBody>
          <a:bodyPr/>
          <a:lstStyle/>
          <a:p>
            <a:fld id="{5DC62D69-375D-4646-A4FE-7F2ED2FF7B9C}" type="slidenum">
              <a:rPr lang="en-US" smtClean="0"/>
              <a:t>2</a:t>
            </a:fld>
            <a:endParaRPr lang="en-US"/>
          </a:p>
        </p:txBody>
      </p:sp>
    </p:spTree>
    <p:extLst>
      <p:ext uri="{BB962C8B-B14F-4D97-AF65-F5344CB8AC3E}">
        <p14:creationId xmlns:p14="http://schemas.microsoft.com/office/powerpoint/2010/main" val="5132557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 it does.  The ones with the highest number of previous accidents have the highest premium.</a:t>
            </a:r>
          </a:p>
        </p:txBody>
      </p:sp>
      <p:sp>
        <p:nvSpPr>
          <p:cNvPr id="4" name="Slide Number Placeholder 3"/>
          <p:cNvSpPr>
            <a:spLocks noGrp="1"/>
          </p:cNvSpPr>
          <p:nvPr>
            <p:ph type="sldNum" sz="quarter" idx="5"/>
          </p:nvPr>
        </p:nvSpPr>
        <p:spPr/>
        <p:txBody>
          <a:bodyPr/>
          <a:lstStyle/>
          <a:p>
            <a:fld id="{5DC62D69-375D-4646-A4FE-7F2ED2FF7B9C}" type="slidenum">
              <a:rPr lang="en-US" smtClean="0"/>
              <a:t>3</a:t>
            </a:fld>
            <a:endParaRPr lang="en-US"/>
          </a:p>
        </p:txBody>
      </p:sp>
    </p:spTree>
    <p:extLst>
      <p:ext uri="{BB962C8B-B14F-4D97-AF65-F5344CB8AC3E}">
        <p14:creationId xmlns:p14="http://schemas.microsoft.com/office/powerpoint/2010/main" val="28036561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years have higher premium than others.  The highest point is 1991 with $496.86 average premium.  The lowest points are 2016 and 2017 with $491.97 and $491.98 respectively.  Though it is not true that the older the car, the higher the premium.</a:t>
            </a:r>
          </a:p>
        </p:txBody>
      </p:sp>
      <p:sp>
        <p:nvSpPr>
          <p:cNvPr id="4" name="Slide Number Placeholder 3"/>
          <p:cNvSpPr>
            <a:spLocks noGrp="1"/>
          </p:cNvSpPr>
          <p:nvPr>
            <p:ph type="sldNum" sz="quarter" idx="5"/>
          </p:nvPr>
        </p:nvSpPr>
        <p:spPr/>
        <p:txBody>
          <a:bodyPr/>
          <a:lstStyle/>
          <a:p>
            <a:fld id="{5DC62D69-375D-4646-A4FE-7F2ED2FF7B9C}" type="slidenum">
              <a:rPr lang="en-US" smtClean="0"/>
              <a:t>4</a:t>
            </a:fld>
            <a:endParaRPr lang="en-US"/>
          </a:p>
        </p:txBody>
      </p:sp>
    </p:spTree>
    <p:extLst>
      <p:ext uri="{BB962C8B-B14F-4D97-AF65-F5344CB8AC3E}">
        <p14:creationId xmlns:p14="http://schemas.microsoft.com/office/powerpoint/2010/main" val="31508582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annual mileage does not affect premium. If it did, you would see the lowest premium for lowest mileage and highest premium for highest mileage.</a:t>
            </a:r>
          </a:p>
        </p:txBody>
      </p:sp>
      <p:sp>
        <p:nvSpPr>
          <p:cNvPr id="4" name="Slide Number Placeholder 3"/>
          <p:cNvSpPr>
            <a:spLocks noGrp="1"/>
          </p:cNvSpPr>
          <p:nvPr>
            <p:ph type="sldNum" sz="quarter" idx="5"/>
          </p:nvPr>
        </p:nvSpPr>
        <p:spPr/>
        <p:txBody>
          <a:bodyPr/>
          <a:lstStyle/>
          <a:p>
            <a:fld id="{5DC62D69-375D-4646-A4FE-7F2ED2FF7B9C}" type="slidenum">
              <a:rPr lang="en-US" smtClean="0"/>
              <a:t>5</a:t>
            </a:fld>
            <a:endParaRPr lang="en-US"/>
          </a:p>
        </p:txBody>
      </p:sp>
    </p:spTree>
    <p:extLst>
      <p:ext uri="{BB962C8B-B14F-4D97-AF65-F5344CB8AC3E}">
        <p14:creationId xmlns:p14="http://schemas.microsoft.com/office/powerpoint/2010/main" val="42122095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DC62D69-375D-4646-A4FE-7F2ED2FF7B9C}" type="slidenum">
              <a:rPr lang="en-US" smtClean="0"/>
              <a:t>6</a:t>
            </a:fld>
            <a:endParaRPr lang="en-US"/>
          </a:p>
        </p:txBody>
      </p:sp>
    </p:spTree>
    <p:extLst>
      <p:ext uri="{BB962C8B-B14F-4D97-AF65-F5344CB8AC3E}">
        <p14:creationId xmlns:p14="http://schemas.microsoft.com/office/powerpoint/2010/main" val="3788031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5218032"/>
            <a:ext cx="11460480" cy="786384"/>
          </a:xfrm>
        </p:spPr>
        <p:txBody>
          <a:bodyPr vert="horz" lIns="91440" tIns="45720" rIns="91440" bIns="45720" rtlCol="0" anchor="b">
            <a:normAutofit/>
          </a:bodyPr>
          <a:lstStyle>
            <a:lvl1pPr>
              <a:defRPr lang="en-US" sz="4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5972629"/>
            <a:ext cx="11460480" cy="480373"/>
          </a:xfrm>
        </p:spPr>
        <p:txBody>
          <a:bodyPr vert="horz" lIns="91440" tIns="45720" rIns="91440" bIns="45720" rtlCol="0">
            <a:normAutofit/>
          </a:bodyPr>
          <a:lstStyle>
            <a:lvl1pPr marL="0" indent="0">
              <a:buNone/>
              <a:defRPr lang="en-US"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567B50E4-2343-4B20-80BE-1605C97DFB16}" type="datetime1">
              <a:rPr lang="en-US" smtClean="0"/>
              <a:t>11/1/2025</a:t>
            </a:fld>
            <a:endParaRPr lang="en-US"/>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971246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02DE44A-7CD8-4860-9BDC-2BE4C911F6D0}" type="datetime1">
              <a:rPr lang="en-US" smtClean="0"/>
              <a:t>11/1/2025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997508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1129554"/>
            <a:ext cx="4361688" cy="3475236"/>
          </a:xfrm>
        </p:spPr>
        <p:txBody>
          <a:bodyPr vert="horz" lIns="91440" tIns="45720" rIns="91440" bIns="45720" rtlCol="0" anchor="b">
            <a:normAutofit/>
          </a:bodyPr>
          <a:lstStyle>
            <a:lvl1pPr>
              <a:defRPr lang="en-US" sz="54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7" y="4731335"/>
            <a:ext cx="4206240" cy="1184585"/>
          </a:xfrm>
        </p:spPr>
        <p:txBody>
          <a:bodyPr vert="horz" lIns="91440" tIns="45720" rIns="91440" bIns="45720" rtlCol="0">
            <a:normAutofit/>
          </a:bodyPr>
          <a:lstStyle>
            <a:lvl1pPr marL="0" indent="0">
              <a:buNone/>
              <a:defRPr lang="en-US" sz="2000"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6584950"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453002"/>
            <a:ext cx="1707625" cy="365125"/>
          </a:xfrm>
        </p:spPr>
        <p:txBody>
          <a:bodyPr/>
          <a:lstStyle>
            <a:lvl1pPr>
              <a:defRPr>
                <a:solidFill>
                  <a:schemeClr val="tx1"/>
                </a:solidFill>
                <a:effectLst/>
              </a:defRPr>
            </a:lvl1pPr>
          </a:lstStyle>
          <a:p>
            <a:fld id="{E38EAEAF-D16E-446F-97F9-D23FB245CB45}" type="datetime1">
              <a:rPr lang="en-US" smtClean="0"/>
              <a:t>11/1/2025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610971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411480"/>
            <a:ext cx="4654296" cy="3739896"/>
          </a:xfrm>
        </p:spPr>
        <p:txBody>
          <a:bodyPr vert="horz" lIns="91440" tIns="45720" rIns="91440" bIns="45720" rtlCol="0" anchor="t">
            <a:normAutofit/>
          </a:bodyPr>
          <a:lstStyle>
            <a:lvl1pPr>
              <a:defRPr lang="en-US" sz="52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4873752"/>
            <a:ext cx="4206240" cy="1380744"/>
          </a:xfrm>
        </p:spPr>
        <p:txBody>
          <a:bodyPr vert="horz" lIns="91440" tIns="45720" rIns="91440" bIns="45720" rtlCol="0" anchor="b">
            <a:normAutofit/>
          </a:bodyPr>
          <a:lstStyle>
            <a:lvl1pPr marL="0" indent="0">
              <a:buNone/>
              <a:defRPr lang="en-US"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596128" y="0"/>
            <a:ext cx="6595872"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137160" y="6453002"/>
            <a:ext cx="1951777" cy="365125"/>
          </a:xfrm>
        </p:spPr>
        <p:txBody>
          <a:bodyPr/>
          <a:lstStyle/>
          <a:p>
            <a:fld id="{782E7A21-5BA8-4C4C-9705-3A1EA342AD8A}" type="datetime1">
              <a:rPr lang="en-US" smtClean="0"/>
              <a:t>11/1/2025</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2088937" y="6453002"/>
            <a:ext cx="2805405"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844578" y="6453002"/>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70683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1208" y="548642"/>
            <a:ext cx="7478991" cy="3635797"/>
          </a:xfrm>
        </p:spPr>
        <p:txBody>
          <a:bodyPr vert="horz" lIns="91440" tIns="45720" rIns="91440" bIns="45720" rtlCol="0" anchor="t">
            <a:normAutofit/>
          </a:bodyPr>
          <a:lstStyle>
            <a:lvl1pPr>
              <a:defRPr lang="en-US" sz="7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21208" y="4473553"/>
            <a:ext cx="6655522" cy="1545336"/>
          </a:xfrm>
        </p:spPr>
        <p:txBody>
          <a:bodyPr vert="horz" lIns="91440" tIns="45720" rIns="91440" bIns="45720" rtlCol="0" anchor="b">
            <a:normAutofit/>
          </a:bodyPr>
          <a:lstStyle>
            <a:lvl1pPr marL="0" indent="0">
              <a:buNone/>
              <a:defRPr lang="en-US" sz="2200" dirty="0"/>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CBE73BE-5F1F-40EF-8F67-E3F24D65884D}" type="datetime1">
              <a:rPr lang="en-US" smtClean="0"/>
              <a:t>11/1/2025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616261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8008" y="854239"/>
            <a:ext cx="7876287" cy="3592629"/>
          </a:xfrm>
        </p:spPr>
        <p:txBody>
          <a:bodyPr vert="horz" lIns="91440" tIns="45720" rIns="91440" bIns="45720" rtlCol="0" anchor="b">
            <a:normAutofit/>
          </a:bodyPr>
          <a:lstStyle>
            <a:lvl1pPr>
              <a:defRPr lang="en-US" sz="72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58368" y="4617138"/>
            <a:ext cx="7375466" cy="1014984"/>
          </a:xfrm>
        </p:spPr>
        <p:txBody>
          <a:bodyPr vert="horz" lIns="91440" tIns="45720" rIns="91440" bIns="45720" rtlCol="0">
            <a:normAutofit/>
          </a:bodyPr>
          <a:lstStyle>
            <a:lvl1pPr marL="0" indent="0">
              <a:buNone/>
              <a:defRPr lang="en-US" dirty="0"/>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3C868EF1-668D-4AD0-8652-1F3B3622EDC2}" type="datetime1">
              <a:rPr lang="en-US" smtClean="0"/>
              <a:t>11/1/2025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072343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rmAutofit/>
          </a:bodyPr>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414091"/>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E95609F-9B5B-4E29-8DB1-457A85E01A27}" type="datetime1">
              <a:rPr lang="en-US" smtClean="0"/>
              <a:t>11/1/2025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50881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74320" y="1801368"/>
            <a:ext cx="7772400" cy="4572000"/>
          </a:xfrm>
        </p:spPr>
        <p:txBody>
          <a:bodyPr vert="horz" lIns="91440" tIns="45720" rIns="91440" bIns="45720" rtlCol="0" anchor="b">
            <a:normAutofit/>
          </a:bodyPr>
          <a:lstStyle>
            <a:lvl1pPr>
              <a:defRPr lang="en-US" sz="7400" dirty="0"/>
            </a:lvl1pPr>
          </a:lstStyle>
          <a:p>
            <a:pPr lvl="0"/>
            <a:r>
              <a:rPr lang="en-US" dirty="0"/>
              <a:t>Click to edit Master 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6A0DE37-B9D6-425C-B79B-6C6DFFBD0DA2}" type="datetime1">
              <a:rPr lang="en-US" smtClean="0"/>
              <a:t>11/1/2025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85924577"/>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2647" y="664108"/>
            <a:ext cx="8467558" cy="1554480"/>
          </a:xfrm>
        </p:spPr>
        <p:txBody>
          <a:bodyPr anchor="b">
            <a:normAutofit/>
          </a:bodyPr>
          <a:lstStyle>
            <a:lvl1pPr>
              <a:defRPr sz="44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333860"/>
            <a:ext cx="8467558" cy="3689909"/>
          </a:xfrm>
        </p:spPr>
        <p:txBody>
          <a:bodyPr>
            <a:normAutofit/>
          </a:bodyPr>
          <a:lstStyle>
            <a:lvl1pPr marL="457200" indent="-457200">
              <a:buFont typeface="+mj-lt"/>
              <a:buAutoNum type="arabicPeriod"/>
              <a:defRPr sz="2400"/>
            </a:lvl1pPr>
            <a:lvl2pPr marL="685800" indent="-457200">
              <a:buFont typeface="+mj-lt"/>
              <a:buAutoNum type="arabicPeriod"/>
              <a:defRPr sz="2000"/>
            </a:lvl2pPr>
            <a:lvl3pPr marL="800100" indent="-342900">
              <a:buFont typeface="+mj-lt"/>
              <a:buAutoNum type="arabicPeriod"/>
              <a:defRPr sz="1800"/>
            </a:lvl3pPr>
            <a:lvl4pPr marL="1028700" indent="-342900">
              <a:buFont typeface="+mj-lt"/>
              <a:buAutoNum type="arabicPeriod"/>
              <a:defRPr sz="1600"/>
            </a:lvl4pPr>
            <a:lvl5pPr marL="1257300" indent="-342900">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1045B0EE-4023-4E3C-8875-10AA631453CF}" type="datetime1">
              <a:rPr lang="en-US" smtClean="0"/>
              <a:t>11/1/2025</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87291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58000" y="1161288"/>
            <a:ext cx="4663440" cy="1554480"/>
          </a:xfrm>
        </p:spPr>
        <p:txBody>
          <a:bodyPr anchor="b">
            <a:normAutofit/>
          </a:bodyPr>
          <a:lstStyle>
            <a:lvl1pPr>
              <a:defRPr sz="4000"/>
            </a:lvl1pPr>
          </a:lstStyle>
          <a:p>
            <a:r>
              <a:rPr lang="en-US" dirty="0"/>
              <a:t>Click to edit Master title style</a:t>
            </a:r>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hasCustomPrompt="1"/>
          </p:nvPr>
        </p:nvSpPr>
        <p:spPr>
          <a:xfrm>
            <a:off x="0" y="0"/>
            <a:ext cx="6099048"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58000" y="2825496"/>
            <a:ext cx="4663440" cy="3337560"/>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857999" y="6453002"/>
            <a:ext cx="1996689" cy="365125"/>
          </a:xfrm>
        </p:spPr>
        <p:txBody>
          <a:bodyPr/>
          <a:lstStyle/>
          <a:p>
            <a:fld id="{CE6CA204-B091-40ED-8158-331EE628B522}" type="datetime1">
              <a:rPr lang="en-US" smtClean="0"/>
              <a:t>11/1/2025</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6052668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dirty="0"/>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3692F09-9D88-4105-92F6-7298804EAA90}" type="datetime1">
              <a:rPr lang="en-US" smtClean="0"/>
              <a:t>11/1/2025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7987176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3744F96-061D-4D71-97A2-2371A43FDE7C}" type="datetime1">
              <a:rPr lang="en-US" smtClean="0"/>
              <a:t>11/1/2025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657699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537853"/>
            <a:ext cx="4145582" cy="4638825"/>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C5FE133-02A7-439F-9131-2680F754099D}" type="datetime1">
              <a:rPr lang="en-US" smtClean="0"/>
              <a:t>11/1/2025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304263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877456"/>
            <a:ext cx="4142232" cy="4940661"/>
          </a:xfrm>
        </p:spPr>
        <p:txBody>
          <a:bodyPr>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77456"/>
            <a:ext cx="6159500" cy="539082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91BF7DD-C7D0-4333-B18D-CCAF5427F9DD}" type="datetime1">
              <a:rPr lang="en-US" smtClean="0"/>
              <a:t>11/1/2025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72254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72533" y="548639"/>
            <a:ext cx="3494314" cy="5719639"/>
          </a:xfrm>
        </p:spPr>
        <p:txBody>
          <a:bodyPr>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0415979-091A-4302-A385-56FC1CE52E32}" type="datetime1">
              <a:rPr lang="en-US" smtClean="0"/>
              <a:t>11/1/2025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286740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38937" y="548640"/>
            <a:ext cx="6093225" cy="1143000"/>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38937" y="1828800"/>
            <a:ext cx="6071616" cy="44897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538937" y="6453002"/>
            <a:ext cx="3337584" cy="365125"/>
          </a:xfrm>
        </p:spPr>
        <p:txBody>
          <a:bodyPr/>
          <a:lstStyle/>
          <a:p>
            <a:fld id="{7836D543-476D-434F-B209-1A114B2E3F04}" type="datetime1">
              <a:rPr lang="en-US" smtClean="0"/>
              <a:t>11/1/2025</a:t>
            </a:fld>
            <a:endParaRPr lang="en-US"/>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0051898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6135624" cy="1143000"/>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828800"/>
            <a:ext cx="6135624" cy="44897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p:txBody>
          <a:bodyPr/>
          <a:lstStyle/>
          <a:p>
            <a:fld id="{83DD0F20-7689-42E6-8664-6AA00B79F132}" type="datetime1">
              <a:rPr lang="en-US" smtClean="0"/>
              <a:t>11/1/2025</a:t>
            </a:fld>
            <a:endParaRPr lang="en-US"/>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453002"/>
            <a:ext cx="2805405" cy="365125"/>
          </a:xfrm>
        </p:spPr>
        <p:txBody>
          <a:bodyPr/>
          <a:lstStyle/>
          <a:p>
            <a:r>
              <a:rPr lang="en-US"/>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453002"/>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085697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45736" y="320040"/>
            <a:ext cx="6858000" cy="932688"/>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45736" y="1380744"/>
            <a:ext cx="685800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745736" y="6453002"/>
            <a:ext cx="3494314" cy="365125"/>
          </a:xfrm>
        </p:spPr>
        <p:txBody>
          <a:bodyPr/>
          <a:lstStyle/>
          <a:p>
            <a:fld id="{30F2F577-5BDA-4749-9F3F-0D340DC0D6A8}" type="datetime1">
              <a:rPr lang="en-US" smtClean="0"/>
              <a:t>11/1/2025</a:t>
            </a:fld>
            <a:endParaRPr lang="en-US"/>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92139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320040"/>
            <a:ext cx="6858000" cy="93268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380744"/>
            <a:ext cx="685800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p:txBody>
          <a:bodyPr/>
          <a:lstStyle/>
          <a:p>
            <a:fld id="{AC9378AD-A6D7-4162-BB5C-47C49B2E145B}" type="datetime1">
              <a:rPr lang="en-US" smtClean="0"/>
              <a:t>11/1/2025</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6453002"/>
            <a:ext cx="2805405"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453002"/>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318030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53808" y="584339"/>
            <a:ext cx="4361688" cy="1527048"/>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6611509"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53745" y="2212975"/>
            <a:ext cx="4362450" cy="4095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253745" y="6453002"/>
            <a:ext cx="1622776" cy="365125"/>
          </a:xfrm>
        </p:spPr>
        <p:txBody>
          <a:bodyPr/>
          <a:lstStyle>
            <a:lvl1pPr>
              <a:defRPr>
                <a:solidFill>
                  <a:schemeClr val="tx1"/>
                </a:solidFill>
                <a:effectLst/>
              </a:defRPr>
            </a:lvl1pPr>
          </a:lstStyle>
          <a:p>
            <a:fld id="{C67B65D3-547A-48A8-9F1F-13ED0B55ACC6}" type="datetime1">
              <a:rPr lang="en-US" smtClean="0"/>
              <a:t>11/1/2025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616883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4361688" cy="152704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4360863" cy="4095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p>
            <a:fld id="{76A7CFE7-E645-4439-AA6B-DA8CF856D63E}" type="datetime1">
              <a:rPr lang="en-US" smtClean="0"/>
              <a:t>11/1/2025</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4761888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320040"/>
            <a:ext cx="4522936" cy="932688"/>
          </a:xfrm>
        </p:spPr>
        <p:txBody>
          <a:bodyPr anchor="b"/>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6492240"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8" y="1380744"/>
            <a:ext cx="4512601"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104491" y="6453002"/>
            <a:ext cx="1772029" cy="365125"/>
          </a:xfrm>
        </p:spPr>
        <p:txBody>
          <a:bodyPr/>
          <a:lstStyle>
            <a:lvl1pPr>
              <a:defRPr>
                <a:solidFill>
                  <a:schemeClr val="tx1"/>
                </a:solidFill>
                <a:effectLst/>
              </a:defRPr>
            </a:lvl1pPr>
          </a:lstStyle>
          <a:p>
            <a:fld id="{E8B2C0DB-994F-48B0-91F4-5F06C3B86E32}" type="datetime1">
              <a:rPr lang="en-US" smtClean="0"/>
              <a:t>11/1/2025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2113789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20040"/>
            <a:ext cx="4572000" cy="932688"/>
          </a:xfrm>
        </p:spPr>
        <p:txBody>
          <a:bodyPr anchor="b"/>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4" y="1380744"/>
            <a:ext cx="457200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p>
            <a:fld id="{D3F6A089-BE3E-4BB0-98EE-FDF712FF3613}" type="datetime1">
              <a:rPr lang="en-US" smtClean="0"/>
              <a:t>11/1/2025</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17720" y="0"/>
            <a:ext cx="6274279"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9944411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583413"/>
            <a:ext cx="3401568" cy="1527048"/>
          </a:xfrm>
        </p:spPr>
        <p:txBody>
          <a:bodyPr anchor="b">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212975"/>
            <a:ext cx="3401568" cy="4095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212663" y="6453002"/>
            <a:ext cx="922372" cy="365125"/>
          </a:xfrm>
        </p:spPr>
        <p:txBody>
          <a:bodyPr/>
          <a:lstStyle/>
          <a:p>
            <a:fld id="{AC101298-AE91-4071-9C72-5A98117ABE14}" type="datetime1">
              <a:rPr lang="en-US" smtClean="0"/>
              <a:t>11/1/2025</a:t>
            </a:fld>
            <a:endParaRPr lang="en-US"/>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135035" y="6453002"/>
            <a:ext cx="2546891"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2119498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3401568" cy="1527048"/>
          </a:xfrm>
        </p:spPr>
        <p:txBody>
          <a:bodyPr anchor="b">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3401568" cy="40957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1067625" cy="365125"/>
          </a:xfrm>
        </p:spPr>
        <p:txBody>
          <a:bodyPr/>
          <a:lstStyle/>
          <a:p>
            <a:fld id="{EABE4333-790C-44CD-B503-F52418ED809A}" type="datetime1">
              <a:rPr lang="en-US" smtClean="0"/>
              <a:t>11/1/2025</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761780" y="0"/>
            <a:ext cx="7430219"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204785" y="6453002"/>
            <a:ext cx="280540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960426"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410023463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781365" cy="685800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099816"/>
            <a:ext cx="3273552" cy="2953512"/>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453002"/>
            <a:ext cx="1003659" cy="365125"/>
          </a:xfrm>
        </p:spPr>
        <p:txBody>
          <a:bodyPr/>
          <a:lstStyle>
            <a:lvl1pPr>
              <a:defRPr>
                <a:solidFill>
                  <a:schemeClr val="tx1"/>
                </a:solidFill>
                <a:effectLst/>
              </a:defRPr>
            </a:lvl1pPr>
          </a:lstStyle>
          <a:p>
            <a:fld id="{D2397CCD-8E49-4379-8DCB-9F17CAEDFC10}" type="datetime1">
              <a:rPr lang="en-US" smtClean="0"/>
              <a:t>11/1/2025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453002"/>
            <a:ext cx="2335165"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860127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012268"/>
            <a:ext cx="3739896" cy="1390330"/>
          </a:xfrm>
        </p:spPr>
        <p:txBody>
          <a:bodyPr anchor="t">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A6146F6-C62B-441B-BAD2-D550454B4D53}" type="datetime1">
              <a:rPr lang="en-US" smtClean="0"/>
              <a:t>11/1/2025</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rm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460338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0383A68-D563-4FD5-B11F-54F8D5F1E37F}" type="datetime1">
              <a:rPr lang="en-US" smtClean="0"/>
              <a:t>11/1/2025</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00837642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3079730"/>
            <a:ext cx="12192000" cy="3778270"/>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59778"/>
            <a:ext cx="3494314" cy="365125"/>
          </a:xfrm>
        </p:spPr>
        <p:txBody>
          <a:bodyPr/>
          <a:lstStyle/>
          <a:p>
            <a:fld id="{3148FABB-02FF-476F-AB37-BDD0E354E780}" type="datetime1">
              <a:rPr lang="en-US" smtClean="0"/>
              <a:t>11/1/2025</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59778"/>
            <a:ext cx="2805405"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59778"/>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78122012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12645" y="1828800"/>
            <a:ext cx="6172200" cy="4425696"/>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27395" y="1828800"/>
            <a:ext cx="4251960" cy="44288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BCA428D3-736A-4038-886C-8BF662AA2745}" type="datetime1">
              <a:rPr lang="en-US" smtClean="0"/>
              <a:t>11/1/2025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2527120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a:normAutofit/>
          </a:bodyPr>
          <a:lstStyle>
            <a:lvl1pPr>
              <a:defRPr sz="36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12648" y="2290890"/>
            <a:ext cx="4672584" cy="4041648"/>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ED1DDEB-9B85-4E99-8A3D-ABE66C6280C3}" type="datetime1">
              <a:rPr lang="en-US" smtClean="0"/>
              <a:t>11/1/2025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98089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rmAutofit/>
          </a:bodyPr>
          <a:lstStyle>
            <a:lvl1pPr>
              <a:defRPr sz="32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31521" y="2295144"/>
            <a:ext cx="3490176" cy="4041648"/>
          </a:xfrm>
          <a:blipFill dpi="0" rotWithShape="1">
            <a:blip r:embed="rId2">
              <a:alphaModFix amt="60000"/>
            </a:blip>
            <a:srcRect/>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7A65DCA-443F-4667-9ED1-418507CE45A8}" type="datetime1">
              <a:rPr lang="en-US" smtClean="0"/>
              <a:t>11/1/2025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29594484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ig Numb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694944" y="4718304"/>
            <a:ext cx="5897880" cy="1353312"/>
          </a:xfrm>
        </p:spPr>
        <p:txBody>
          <a:bodyPr vert="horz" lIns="91440" tIns="45720" rIns="91440" bIns="45720" rtlCol="0" anchor="t">
            <a:normAutofit/>
          </a:bodyPr>
          <a:lstStyle>
            <a:lvl1pPr>
              <a:lnSpc>
                <a:spcPct val="120000"/>
              </a:lnSpc>
              <a:defRPr lang="en-US" sz="2800" b="0" dirty="0">
                <a:solidFill>
                  <a:schemeClr val="accent1">
                    <a:lumMod val="75000"/>
                  </a:schemeClr>
                </a:solidFill>
                <a:latin typeface="+mn-lt"/>
              </a:defRPr>
            </a:lvl1pPr>
          </a:lstStyle>
          <a:p>
            <a:pPr lvl="0"/>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39496" y="603503"/>
            <a:ext cx="10826496" cy="4334256"/>
          </a:xfrm>
        </p:spPr>
        <p:txBody>
          <a:bodyPr vert="horz" lIns="91440" tIns="45720" rIns="91440" bIns="45720" rtlCol="0" anchor="b">
            <a:normAutofit/>
          </a:bodyPr>
          <a:lstStyle>
            <a:lvl1pPr marL="0" indent="0">
              <a:lnSpc>
                <a:spcPct val="90000"/>
              </a:lnSpc>
              <a:spcBef>
                <a:spcPts val="0"/>
              </a:spcBef>
              <a:buNone/>
              <a:defRPr lang="en-US" sz="23200" b="1" dirty="0">
                <a:solidFill>
                  <a:schemeClr val="accent1">
                    <a:lumMod val="75000"/>
                  </a:schemeClr>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8CA1557D-4816-44D0-B6EE-6CAC6E30B54D}" type="datetime1">
              <a:rPr lang="en-US" smtClean="0"/>
              <a:t>11/1/2025</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0439158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Big Numb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800" b="0">
                <a:solidFill>
                  <a:schemeClr val="accent1">
                    <a:lumMod val="75000"/>
                  </a:schemeClr>
                </a:solidFill>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640079"/>
            <a:ext cx="10543032" cy="4206240"/>
          </a:xfrm>
        </p:spPr>
        <p:txBody>
          <a:bodyPr anchor="b">
            <a:normAutofit/>
          </a:bodyPr>
          <a:lstStyle>
            <a:lvl1pPr marL="0" indent="0" algn="ctr">
              <a:lnSpc>
                <a:spcPct val="90000"/>
              </a:lnSpc>
              <a:buNone/>
              <a:defRPr sz="23200" b="1">
                <a:solidFill>
                  <a:schemeClr val="accent1">
                    <a:lumMod val="75000"/>
                  </a:schemeClr>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651F872E-5ED2-46B0-83A4-0C1AF0E0D91C}" type="datetime1">
              <a:rPr lang="en-US" smtClean="0"/>
              <a:t>11/1/2025</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4558923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Big Number 3">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4B1ECB8-9E10-D2F3-E361-7D268551E2E2}"/>
              </a:ext>
            </a:extLst>
          </p:cNvPr>
          <p:cNvSpPr/>
          <p:nvPr/>
        </p:nvSpPr>
        <p:spPr>
          <a:xfrm>
            <a:off x="0" y="0"/>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800" b="0">
                <a:solidFill>
                  <a:schemeClr val="tx1"/>
                </a:solidFill>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640079"/>
            <a:ext cx="10543032" cy="4206240"/>
          </a:xfrm>
        </p:spPr>
        <p:txBody>
          <a:bodyPr anchor="b">
            <a:normAutofit/>
          </a:bodyPr>
          <a:lstStyle>
            <a:lvl1pPr marL="0" indent="0" algn="ctr">
              <a:lnSpc>
                <a:spcPct val="90000"/>
              </a:lnSpc>
              <a:buNone/>
              <a:defRPr sz="23200" b="1">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C6218575-0C6E-47B4-936E-32183810D7BF}" type="datetime1">
              <a:rPr lang="en-US" smtClean="0"/>
              <a:t>11/1/2025</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39511213"/>
      </p:ext>
    </p:extLst>
  </p:cSld>
  <p:clrMapOvr>
    <a:overrideClrMapping bg1="dk1" tx1="lt1" bg2="dk2" tx2="lt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91C29FB5-1C86-423F-AEAA-2683840666C3}" type="datetime1">
              <a:rPr lang="en-US" smtClean="0"/>
              <a:t>11/1/2025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rm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7856974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111CCB4E-88AF-46AC-B7C5-30308F179659}" type="datetime1">
              <a:rPr lang="en-US" smtClean="0"/>
              <a:t>11/1/2025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929384"/>
            <a:ext cx="8266176" cy="4142232"/>
          </a:xfrm>
        </p:spPr>
        <p:txBody>
          <a:bodyPr anchor="b">
            <a:norm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343609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BA915B6-CC2A-4462-A7E5-B3080DF8F97D}" type="datetime1">
              <a:rPr lang="en-US" smtClean="0"/>
              <a:t>11/1/2025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rm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2293719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8" y="5431536"/>
            <a:ext cx="9021471" cy="466344"/>
          </a:xfrm>
        </p:spPr>
        <p:txBody>
          <a:bodyPr anchor="ctr">
            <a:normAutofit/>
          </a:bodyPr>
          <a:lstStyle>
            <a:lvl1pPr>
              <a:lnSpc>
                <a:spcPct val="120000"/>
              </a:lnSpc>
              <a:defRPr sz="220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3657600"/>
          </a:xfrm>
        </p:spPr>
        <p:txBody>
          <a:bodyPr anchor="ctr">
            <a:normAutofit/>
          </a:bodyPr>
          <a:lstStyle>
            <a:lvl1pPr marL="164592" indent="-164592">
              <a:lnSpc>
                <a:spcPct val="100000"/>
              </a:lnSpc>
              <a:spcBef>
                <a:spcPts val="0"/>
              </a:spcBef>
              <a:buNone/>
              <a:defRPr sz="4000">
                <a:latin typeface="+mj-lt"/>
              </a:defRPr>
            </a:lvl1pPr>
          </a:lstStyle>
          <a:p>
            <a:pPr lvl="0"/>
            <a:r>
              <a:rPr lang="en-US" dirty="0"/>
              <a:t>Click to edit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506188F7-A494-4EEB-A53D-2B97B1D4CD3C}" type="datetime1">
              <a:rPr lang="en-US" smtClean="0"/>
              <a:t>11/1/2025</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3336945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2">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6DECC02-1725-49EE-C93B-A4C2C4049458}"/>
              </a:ext>
            </a:extLst>
          </p:cNvPr>
          <p:cNvSpPr/>
          <p:nvPr/>
        </p:nvSpPr>
        <p:spPr>
          <a:xfrm>
            <a:off x="0" y="1"/>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5349240"/>
            <a:ext cx="9043416" cy="466344"/>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344168"/>
            <a:ext cx="9198864" cy="3291840"/>
          </a:xfrm>
        </p:spPr>
        <p:txBody>
          <a:bodyPr anchor="ctr">
            <a:normAutofit/>
          </a:bodyPr>
          <a:lstStyle>
            <a:lvl1pPr marL="164592" indent="-164592">
              <a:lnSpc>
                <a:spcPct val="100000"/>
              </a:lnSpc>
              <a:spcBef>
                <a:spcPts val="0"/>
              </a:spcBef>
              <a:buNone/>
              <a:defRPr sz="4000">
                <a:latin typeface="+mj-lt"/>
              </a:defRPr>
            </a:lvl1pPr>
          </a:lstStyle>
          <a:p>
            <a:pPr lvl="0"/>
            <a:r>
              <a:rPr lang="en-US" dirty="0"/>
              <a:t>Click to edit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9F406BC0-1562-42E5-89A2-925CA193C8A6}" type="datetime1">
              <a:rPr lang="en-US" smtClean="0"/>
              <a:t>11/1/2025</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61180259"/>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790041" y="5669280"/>
            <a:ext cx="8805672" cy="466344"/>
          </a:xfrm>
        </p:spPr>
        <p:txBody>
          <a:bodyPr anchor="ctr">
            <a:normAutofit/>
          </a:bodyPr>
          <a:lstStyle>
            <a:lvl1pPr>
              <a:lnSpc>
                <a:spcPct val="120000"/>
              </a:lnSpc>
              <a:defRPr sz="220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1097280"/>
            <a:ext cx="8961120" cy="3474720"/>
          </a:xfrm>
        </p:spPr>
        <p:txBody>
          <a:bodyPr anchor="ctr">
            <a:normAutofit/>
          </a:bodyPr>
          <a:lstStyle>
            <a:lvl1pPr marL="164592" indent="-164592">
              <a:lnSpc>
                <a:spcPct val="100000"/>
              </a:lnSpc>
              <a:spcBef>
                <a:spcPts val="0"/>
              </a:spcBef>
              <a:buNone/>
              <a:defRPr sz="4200">
                <a:latin typeface="+mj-lt"/>
              </a:defRPr>
            </a:lvl1pPr>
          </a:lstStyle>
          <a:p>
            <a:pPr lvl="0"/>
            <a:r>
              <a:rPr lang="en-US" dirty="0"/>
              <a:t>Click to edit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507F376A-778D-45CF-8340-DB03B2DA6A3E}" type="datetime1">
              <a:rPr lang="en-US" smtClean="0"/>
              <a:t>11/1/2025</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3688736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dirty="0"/>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612775"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B9DFF5A-622E-43FE-9EE9-BAAB78AB2046}" type="datetime1">
              <a:rPr lang="en-US" smtClean="0"/>
              <a:t>11/1/2025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73030664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609600" y="2387600"/>
            <a:ext cx="5157788" cy="3763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72200" y="2387600"/>
            <a:ext cx="5183188" cy="3763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F55C09E-FF30-4AA0-A227-171955622259}" type="datetime1">
              <a:rPr lang="en-US" smtClean="0"/>
              <a:t>11/1/2025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3698818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97B279FF-407B-4B41-9E69-DE66ED04A328}" type="datetime1">
              <a:rPr lang="en-US" smtClean="0"/>
              <a:t>11/1/2025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7323882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803E812-757D-4139-AF81-227C72D4B544}" type="datetime1">
              <a:rPr lang="en-US" smtClean="0"/>
              <a:t>11/1/2025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9704528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53616"/>
            <a:ext cx="3595634" cy="1757505"/>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07D6A7E1-C424-43A5-938A-12DEC0A1D59D}" type="datetime1">
              <a:rPr lang="en-US" smtClean="0"/>
              <a:t>11/1/2025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192376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57784"/>
            <a:ext cx="3595634" cy="2212313"/>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063319" y="557784"/>
            <a:ext cx="6519080" cy="5779007"/>
          </a:xfr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807C4FC2-B89B-4919-A96B-662A3584681C}" type="datetime1">
              <a:rPr lang="en-US" smtClean="0"/>
              <a:t>11/1/2025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74316147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6" y="1847088"/>
            <a:ext cx="10888473" cy="1133856"/>
          </a:xfrm>
        </p:spPr>
        <p:txBody>
          <a:bodyPr anchor="b">
            <a:normAutofit/>
          </a:bodyPr>
          <a:lstStyle>
            <a:lvl1pPr>
              <a:defRPr sz="6000"/>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594099"/>
            <a:ext cx="10890374" cy="27432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C24BE51-D660-433D-AABA-154BE028E64E}" type="datetime1">
              <a:rPr lang="en-US" smtClean="0"/>
              <a:t>11/1/2025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28833472"/>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rmAutofit/>
          </a:bodyPr>
          <a:lstStyle>
            <a:lvl1pPr>
              <a:defRPr sz="6000"/>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279615"/>
          </a:xfrm>
        </p:spPr>
        <p:txBody>
          <a:bodyPr>
            <a:normAutofit/>
          </a:bodyPr>
          <a:lstStyle>
            <a:lvl1pPr marL="0" indent="0">
              <a:buNone/>
              <a:defRPr sz="2400"/>
            </a:lvl1pPr>
            <a:lvl2pPr marL="228600" indent="0">
              <a:buNone/>
              <a:defRPr sz="2000"/>
            </a:lvl2pPr>
            <a:lvl3pPr marL="457200" indent="0">
              <a:buNone/>
              <a:defRPr sz="1800"/>
            </a:lvl3pPr>
            <a:lvl4pPr marL="685800" indent="0">
              <a:buNone/>
              <a:defRPr sz="16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B61F76E-6064-4431-B5C4-29A511725BCF}" type="datetime1">
              <a:rPr lang="en-US" smtClean="0"/>
              <a:t>11/1/2025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4097413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5EE9E671-1C83-40F7-9D33-FE8AAC7F721F}" type="datetime1">
              <a:rPr lang="en-US" smtClean="0"/>
              <a:t>11/1/2025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1309926920"/>
      </p:ext>
    </p:extLst>
  </p:cSld>
  <p:clrMap bg1="lt1" tx1="dk1" bg2="lt2" tx2="dk2" accent1="accent1" accent2="accent2" accent3="accent3" accent4="accent4" accent5="accent5" accent6="accent6" hlink="hlink" folHlink="folHlink"/>
  <p:sldLayoutIdLst>
    <p:sldLayoutId id="2147483749" r:id="rId1"/>
    <p:sldLayoutId id="2147483748" r:id="rId2"/>
    <p:sldLayoutId id="2147483750"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 id="2147483713" r:id="rId15"/>
    <p:sldLayoutId id="2147483714" r:id="rId16"/>
    <p:sldLayoutId id="2147483715" r:id="rId17"/>
    <p:sldLayoutId id="2147483716" r:id="rId18"/>
    <p:sldLayoutId id="2147483717" r:id="rId19"/>
    <p:sldLayoutId id="2147483718" r:id="rId20"/>
    <p:sldLayoutId id="2147483719" r:id="rId21"/>
    <p:sldLayoutId id="2147483720" r:id="rId22"/>
    <p:sldLayoutId id="2147483721" r:id="rId23"/>
    <p:sldLayoutId id="2147483722" r:id="rId24"/>
    <p:sldLayoutId id="2147483723" r:id="rId25"/>
    <p:sldLayoutId id="2147483724" r:id="rId26"/>
    <p:sldLayoutId id="2147483725" r:id="rId27"/>
    <p:sldLayoutId id="2147483726" r:id="rId28"/>
    <p:sldLayoutId id="2147483727" r:id="rId29"/>
    <p:sldLayoutId id="2147483728" r:id="rId30"/>
    <p:sldLayoutId id="2147483729" r:id="rId31"/>
    <p:sldLayoutId id="2147483730" r:id="rId32"/>
    <p:sldLayoutId id="2147483731" r:id="rId33"/>
    <p:sldLayoutId id="2147483732" r:id="rId34"/>
    <p:sldLayoutId id="2147483733" r:id="rId35"/>
    <p:sldLayoutId id="2147483734" r:id="rId36"/>
    <p:sldLayoutId id="2147483735" r:id="rId37"/>
    <p:sldLayoutId id="2147483736" r:id="rId38"/>
    <p:sldLayoutId id="2147483737" r:id="rId39"/>
    <p:sldLayoutId id="2147483738" r:id="rId40"/>
    <p:sldLayoutId id="2147483739" r:id="rId41"/>
    <p:sldLayoutId id="2147483740" r:id="rId42"/>
    <p:sldLayoutId id="2147483741" r:id="rId43"/>
    <p:sldLayoutId id="2147483742" r:id="rId44"/>
    <p:sldLayoutId id="2147483743" r:id="rId45"/>
    <p:sldLayoutId id="2147483744" r:id="rId46"/>
    <p:sldLayoutId id="2147483745" r:id="rId47"/>
    <p:sldLayoutId id="2147483746" r:id="rId48"/>
    <p:sldLayoutId id="2147483747" r:id="rId49"/>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2998E-D928-9FA0-3790-3DEE7E477ECC}"/>
              </a:ext>
            </a:extLst>
          </p:cNvPr>
          <p:cNvSpPr>
            <a:spLocks noGrp="1"/>
          </p:cNvSpPr>
          <p:nvPr>
            <p:ph type="ctrTitle"/>
          </p:nvPr>
        </p:nvSpPr>
        <p:spPr>
          <a:xfrm>
            <a:off x="365760" y="5218032"/>
            <a:ext cx="11460480" cy="786384"/>
          </a:xfrm>
        </p:spPr>
        <p:txBody>
          <a:bodyPr anchor="b">
            <a:normAutofit/>
          </a:bodyPr>
          <a:lstStyle/>
          <a:p>
            <a:r>
              <a:rPr lang="en-US" dirty="0"/>
              <a:t>What Affects Your Car Insurance Premium?</a:t>
            </a:r>
          </a:p>
        </p:txBody>
      </p:sp>
      <p:sp>
        <p:nvSpPr>
          <p:cNvPr id="3" name="Subtitle 2">
            <a:extLst>
              <a:ext uri="{FF2B5EF4-FFF2-40B4-BE49-F238E27FC236}">
                <a16:creationId xmlns:a16="http://schemas.microsoft.com/office/drawing/2014/main" id="{5A08460D-D564-91E2-B774-2AFD1FD39EBA}"/>
              </a:ext>
            </a:extLst>
          </p:cNvPr>
          <p:cNvSpPr>
            <a:spLocks noGrp="1"/>
          </p:cNvSpPr>
          <p:nvPr>
            <p:ph type="subTitle" idx="1"/>
          </p:nvPr>
        </p:nvSpPr>
        <p:spPr>
          <a:xfrm>
            <a:off x="365760" y="5972629"/>
            <a:ext cx="11460480" cy="480373"/>
          </a:xfrm>
        </p:spPr>
        <p:txBody>
          <a:bodyPr>
            <a:noAutofit/>
          </a:bodyPr>
          <a:lstStyle/>
          <a:p>
            <a:pPr>
              <a:lnSpc>
                <a:spcPct val="100000"/>
              </a:lnSpc>
            </a:pPr>
            <a:r>
              <a:rPr lang="en-US" sz="1200" dirty="0"/>
              <a:t>An informative presentation for consumers</a:t>
            </a:r>
          </a:p>
          <a:p>
            <a:pPr>
              <a:lnSpc>
                <a:spcPct val="100000"/>
              </a:lnSpc>
            </a:pPr>
            <a:r>
              <a:rPr lang="en-US" sz="1200" dirty="0"/>
              <a:t>By Renee Payne | October 2025</a:t>
            </a:r>
          </a:p>
        </p:txBody>
      </p:sp>
      <p:sp>
        <p:nvSpPr>
          <p:cNvPr id="8" name="Picture Placeholder 3">
            <a:extLst>
              <a:ext uri="{FF2B5EF4-FFF2-40B4-BE49-F238E27FC236}">
                <a16:creationId xmlns:a16="http://schemas.microsoft.com/office/drawing/2014/main" id="{7C5089FA-2A1C-9EB3-C6FB-C8F2D3441395}"/>
              </a:ext>
            </a:extLst>
          </p:cNvPr>
          <p:cNvSpPr>
            <a:spLocks noGrp="1"/>
          </p:cNvSpPr>
          <p:nvPr>
            <p:ph type="pic" sz="quarter" idx="13"/>
          </p:nvPr>
        </p:nvSpPr>
        <p:spPr>
          <a:xfrm>
            <a:off x="0" y="0"/>
            <a:ext cx="12191999" cy="4986425"/>
          </a:xfrm>
        </p:spPr>
        <p:txBody>
          <a:bodyPr/>
          <a:lstStyle/>
          <a:p>
            <a:endParaRPr lang="en-US"/>
          </a:p>
        </p:txBody>
      </p:sp>
    </p:spTree>
    <p:extLst>
      <p:ext uri="{BB962C8B-B14F-4D97-AF65-F5344CB8AC3E}">
        <p14:creationId xmlns:p14="http://schemas.microsoft.com/office/powerpoint/2010/main" val="3258663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9F795-B86C-C7DD-A08C-78F62D126AA8}"/>
              </a:ext>
            </a:extLst>
          </p:cNvPr>
          <p:cNvSpPr>
            <a:spLocks noGrp="1"/>
          </p:cNvSpPr>
          <p:nvPr>
            <p:ph type="title"/>
          </p:nvPr>
        </p:nvSpPr>
        <p:spPr/>
        <p:txBody>
          <a:bodyPr/>
          <a:lstStyle/>
          <a:p>
            <a:r>
              <a:rPr lang="en-US" dirty="0"/>
              <a:t>Does driver age affect premium?</a:t>
            </a:r>
          </a:p>
        </p:txBody>
      </p:sp>
      <p:graphicFrame>
        <p:nvGraphicFramePr>
          <p:cNvPr id="4" name="Content Placeholder 3">
            <a:extLst>
              <a:ext uri="{FF2B5EF4-FFF2-40B4-BE49-F238E27FC236}">
                <a16:creationId xmlns:a16="http://schemas.microsoft.com/office/drawing/2014/main" id="{C603B6A8-D489-47F8-ACFE-7241890780D1}"/>
              </a:ext>
            </a:extLst>
          </p:cNvPr>
          <p:cNvGraphicFramePr>
            <a:graphicFrameLocks noGrp="1"/>
          </p:cNvGraphicFramePr>
          <p:nvPr>
            <p:ph idx="1"/>
          </p:nvPr>
        </p:nvGraphicFramePr>
        <p:xfrm>
          <a:off x="612775" y="1716088"/>
          <a:ext cx="10653713" cy="459263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740504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FA2AC-BEF5-1636-8FE3-29A18616489F}"/>
              </a:ext>
            </a:extLst>
          </p:cNvPr>
          <p:cNvSpPr>
            <a:spLocks noGrp="1"/>
          </p:cNvSpPr>
          <p:nvPr>
            <p:ph type="title"/>
          </p:nvPr>
        </p:nvSpPr>
        <p:spPr/>
        <p:txBody>
          <a:bodyPr/>
          <a:lstStyle/>
          <a:p>
            <a:r>
              <a:rPr lang="en-US" dirty="0"/>
              <a:t>Does number of previous accidents affect premium?</a:t>
            </a:r>
          </a:p>
        </p:txBody>
      </p:sp>
      <p:graphicFrame>
        <p:nvGraphicFramePr>
          <p:cNvPr id="4" name="Content Placeholder 3">
            <a:extLst>
              <a:ext uri="{FF2B5EF4-FFF2-40B4-BE49-F238E27FC236}">
                <a16:creationId xmlns:a16="http://schemas.microsoft.com/office/drawing/2014/main" id="{09F11AC4-39BC-495E-AA5E-F27BA9752EA7}"/>
              </a:ext>
            </a:extLst>
          </p:cNvPr>
          <p:cNvGraphicFramePr>
            <a:graphicFrameLocks noGrp="1"/>
          </p:cNvGraphicFramePr>
          <p:nvPr>
            <p:ph idx="1"/>
          </p:nvPr>
        </p:nvGraphicFramePr>
        <p:xfrm>
          <a:off x="612775" y="1716088"/>
          <a:ext cx="10653713" cy="459263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0528706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91631-8826-B9CC-EA7F-4AADE6580811}"/>
              </a:ext>
            </a:extLst>
          </p:cNvPr>
          <p:cNvSpPr>
            <a:spLocks noGrp="1"/>
          </p:cNvSpPr>
          <p:nvPr>
            <p:ph type="title"/>
          </p:nvPr>
        </p:nvSpPr>
        <p:spPr/>
        <p:txBody>
          <a:bodyPr/>
          <a:lstStyle/>
          <a:p>
            <a:r>
              <a:rPr lang="en-US" dirty="0"/>
              <a:t>Does manufacturing year affect premium?</a:t>
            </a:r>
          </a:p>
        </p:txBody>
      </p:sp>
      <p:graphicFrame>
        <p:nvGraphicFramePr>
          <p:cNvPr id="4" name="Content Placeholder 3">
            <a:extLst>
              <a:ext uri="{FF2B5EF4-FFF2-40B4-BE49-F238E27FC236}">
                <a16:creationId xmlns:a16="http://schemas.microsoft.com/office/drawing/2014/main" id="{11FEEBEA-2B68-495D-90BA-61FBA32216DF}"/>
              </a:ext>
            </a:extLst>
          </p:cNvPr>
          <p:cNvGraphicFramePr>
            <a:graphicFrameLocks noGrp="1"/>
          </p:cNvGraphicFramePr>
          <p:nvPr>
            <p:ph idx="1"/>
          </p:nvPr>
        </p:nvGraphicFramePr>
        <p:xfrm>
          <a:off x="612775" y="1716088"/>
          <a:ext cx="10653713" cy="459263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049593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EA52A-7B52-D70D-014B-5F6475388C94}"/>
              </a:ext>
            </a:extLst>
          </p:cNvPr>
          <p:cNvSpPr>
            <a:spLocks noGrp="1"/>
          </p:cNvSpPr>
          <p:nvPr>
            <p:ph type="title"/>
          </p:nvPr>
        </p:nvSpPr>
        <p:spPr/>
        <p:txBody>
          <a:bodyPr/>
          <a:lstStyle/>
          <a:p>
            <a:r>
              <a:rPr lang="en-US" dirty="0"/>
              <a:t>Does annual mileage affect premium?</a:t>
            </a:r>
          </a:p>
        </p:txBody>
      </p:sp>
      <p:graphicFrame>
        <p:nvGraphicFramePr>
          <p:cNvPr id="4" name="Content Placeholder 3">
            <a:extLst>
              <a:ext uri="{FF2B5EF4-FFF2-40B4-BE49-F238E27FC236}">
                <a16:creationId xmlns:a16="http://schemas.microsoft.com/office/drawing/2014/main" id="{BE834CE0-5839-40FE-9C7D-50E5E05E268A}"/>
              </a:ext>
            </a:extLst>
          </p:cNvPr>
          <p:cNvGraphicFramePr>
            <a:graphicFrameLocks noGrp="1"/>
          </p:cNvGraphicFramePr>
          <p:nvPr>
            <p:ph idx="1"/>
          </p:nvPr>
        </p:nvGraphicFramePr>
        <p:xfrm>
          <a:off x="612775" y="1716088"/>
          <a:ext cx="10653713" cy="459263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0671478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7593B-0AEA-8C12-870C-6782B4F7F257}"/>
              </a:ext>
            </a:extLst>
          </p:cNvPr>
          <p:cNvSpPr>
            <a:spLocks noGrp="1"/>
          </p:cNvSpPr>
          <p:nvPr>
            <p:ph type="title"/>
          </p:nvPr>
        </p:nvSpPr>
        <p:spPr>
          <a:xfrm>
            <a:off x="6858000" y="1161288"/>
            <a:ext cx="4663440" cy="1554480"/>
          </a:xfrm>
        </p:spPr>
        <p:txBody>
          <a:bodyPr anchor="b">
            <a:normAutofit/>
          </a:bodyPr>
          <a:lstStyle/>
          <a:p>
            <a:r>
              <a:rPr lang="en-US" dirty="0"/>
              <a:t>Conclusion</a:t>
            </a:r>
          </a:p>
        </p:txBody>
      </p:sp>
      <p:sp>
        <p:nvSpPr>
          <p:cNvPr id="8" name="Picture Placeholder 2">
            <a:extLst>
              <a:ext uri="{FF2B5EF4-FFF2-40B4-BE49-F238E27FC236}">
                <a16:creationId xmlns:a16="http://schemas.microsoft.com/office/drawing/2014/main" id="{01095F41-F020-8A59-701A-6D3E1504350A}"/>
              </a:ext>
            </a:extLst>
          </p:cNvPr>
          <p:cNvSpPr>
            <a:spLocks noGrp="1"/>
          </p:cNvSpPr>
          <p:nvPr>
            <p:ph type="pic" sz="quarter" idx="14"/>
          </p:nvPr>
        </p:nvSpPr>
        <p:spPr>
          <a:xfrm>
            <a:off x="0" y="0"/>
            <a:ext cx="6099048" cy="6858000"/>
          </a:xfrm>
        </p:spPr>
        <p:txBody>
          <a:bodyPr/>
          <a:lstStyle/>
          <a:p>
            <a:endParaRPr lang="en-US"/>
          </a:p>
        </p:txBody>
      </p:sp>
      <p:sp>
        <p:nvSpPr>
          <p:cNvPr id="3" name="Content Placeholder 2">
            <a:extLst>
              <a:ext uri="{FF2B5EF4-FFF2-40B4-BE49-F238E27FC236}">
                <a16:creationId xmlns:a16="http://schemas.microsoft.com/office/drawing/2014/main" id="{46F6287D-AA6E-3AE6-B3FE-C8DD7C3C5FC5}"/>
              </a:ext>
            </a:extLst>
          </p:cNvPr>
          <p:cNvSpPr>
            <a:spLocks noGrp="1"/>
          </p:cNvSpPr>
          <p:nvPr>
            <p:ph sz="quarter" idx="13"/>
          </p:nvPr>
        </p:nvSpPr>
        <p:spPr>
          <a:xfrm>
            <a:off x="6858000" y="2825496"/>
            <a:ext cx="4663440" cy="3337560"/>
          </a:xfrm>
        </p:spPr>
        <p:txBody>
          <a:bodyPr>
            <a:normAutofit/>
          </a:bodyPr>
          <a:lstStyle/>
          <a:p>
            <a:pPr marL="0" indent="0">
              <a:buNone/>
            </a:pPr>
            <a:r>
              <a:rPr lang="en-US" dirty="0"/>
              <a:t>What affects your auto insurance premium is your age and the number of previous accident you have had.  You have no control over your age, but you have control over your number of accidents.  Drive carefully!</a:t>
            </a:r>
          </a:p>
          <a:p>
            <a:endParaRPr lang="en-US" dirty="0"/>
          </a:p>
        </p:txBody>
      </p:sp>
    </p:spTree>
    <p:extLst>
      <p:ext uri="{BB962C8B-B14F-4D97-AF65-F5344CB8AC3E}">
        <p14:creationId xmlns:p14="http://schemas.microsoft.com/office/powerpoint/2010/main" val="2910567667"/>
      </p:ext>
    </p:extLst>
  </p:cSld>
  <p:clrMapOvr>
    <a:masterClrMapping/>
  </p:clrMapOvr>
</p:sld>
</file>

<file path=ppt/theme/theme1.xml><?xml version="1.0" encoding="utf-8"?>
<a:theme xmlns:a="http://schemas.openxmlformats.org/drawingml/2006/main" name="Helena">
  <a:themeElements>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lena" id="{83D43F4A-02D5-42AD-9542-27487597C212}" vid="{14154C61-C2E2-42F2-9833-4EC39495D4C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TotalTime>
  <Words>277</Words>
  <Application>Microsoft Office PowerPoint</Application>
  <PresentationFormat>Widescreen</PresentationFormat>
  <Paragraphs>32</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Arial</vt:lpstr>
      <vt:lpstr>Neue Haas Grotesk Text Pro</vt:lpstr>
      <vt:lpstr>Helena</vt:lpstr>
      <vt:lpstr>What Affects Your Car Insurance Premium?</vt:lpstr>
      <vt:lpstr>Does driver age affect premium?</vt:lpstr>
      <vt:lpstr>Does number of previous accidents affect premium?</vt:lpstr>
      <vt:lpstr>Does manufacturing year affect premium?</vt:lpstr>
      <vt:lpstr>Does annual mileage affect premium?</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Renee Payne</dc:creator>
  <cp:lastModifiedBy>Renee Payne</cp:lastModifiedBy>
  <cp:revision>1</cp:revision>
  <dcterms:created xsi:type="dcterms:W3CDTF">2025-10-29T15:05:46Z</dcterms:created>
  <dcterms:modified xsi:type="dcterms:W3CDTF">2025-11-02T01:32:45Z</dcterms:modified>
</cp:coreProperties>
</file>